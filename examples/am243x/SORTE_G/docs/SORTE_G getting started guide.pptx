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94" r:id="rId2"/>
    <p:sldId id="295" r:id="rId3"/>
    <p:sldId id="299" r:id="rId4"/>
    <p:sldId id="296" r:id="rId5"/>
    <p:sldId id="300" r:id="rId6"/>
    <p:sldId id="298" r:id="rId7"/>
    <p:sldId id="301" r:id="rId8"/>
    <p:sldId id="297" r:id="rId9"/>
    <p:sldId id="302" r:id="rId10"/>
    <p:sldId id="303" r:id="rId11"/>
    <p:sldId id="304" r:id="rId12"/>
  </p:sldIdLst>
  <p:sldSz cx="9144000" cy="5143500" type="screen16x9"/>
  <p:notesSz cx="9296400" cy="14770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80895" algn="l" rtl="0" fontAlgn="base">
      <a:spcBef>
        <a:spcPct val="0"/>
      </a:spcBef>
      <a:spcAft>
        <a:spcPct val="0"/>
      </a:spcAft>
      <a:defRPr kern="1200">
        <a:solidFill>
          <a:schemeClr val="tx1"/>
        </a:solidFill>
        <a:latin typeface="Arial" charset="0"/>
        <a:ea typeface="+mn-ea"/>
        <a:cs typeface="+mn-cs"/>
      </a:defRPr>
    </a:lvl2pPr>
    <a:lvl3pPr marL="761790" algn="l" rtl="0" fontAlgn="base">
      <a:spcBef>
        <a:spcPct val="0"/>
      </a:spcBef>
      <a:spcAft>
        <a:spcPct val="0"/>
      </a:spcAft>
      <a:defRPr kern="1200">
        <a:solidFill>
          <a:schemeClr val="tx1"/>
        </a:solidFill>
        <a:latin typeface="Arial" charset="0"/>
        <a:ea typeface="+mn-ea"/>
        <a:cs typeface="+mn-cs"/>
      </a:defRPr>
    </a:lvl3pPr>
    <a:lvl4pPr marL="1142683" algn="l" rtl="0" fontAlgn="base">
      <a:spcBef>
        <a:spcPct val="0"/>
      </a:spcBef>
      <a:spcAft>
        <a:spcPct val="0"/>
      </a:spcAft>
      <a:defRPr kern="1200">
        <a:solidFill>
          <a:schemeClr val="tx1"/>
        </a:solidFill>
        <a:latin typeface="Arial" charset="0"/>
        <a:ea typeface="+mn-ea"/>
        <a:cs typeface="+mn-cs"/>
      </a:defRPr>
    </a:lvl4pPr>
    <a:lvl5pPr marL="1523573" algn="l" rtl="0" fontAlgn="base">
      <a:spcBef>
        <a:spcPct val="0"/>
      </a:spcBef>
      <a:spcAft>
        <a:spcPct val="0"/>
      </a:spcAft>
      <a:defRPr kern="1200">
        <a:solidFill>
          <a:schemeClr val="tx1"/>
        </a:solidFill>
        <a:latin typeface="Arial" charset="0"/>
        <a:ea typeface="+mn-ea"/>
        <a:cs typeface="+mn-cs"/>
      </a:defRPr>
    </a:lvl5pPr>
    <a:lvl6pPr marL="1904467" algn="l" defTabSz="761790" rtl="0" eaLnBrk="1" latinLnBrk="0" hangingPunct="1">
      <a:defRPr kern="1200">
        <a:solidFill>
          <a:schemeClr val="tx1"/>
        </a:solidFill>
        <a:latin typeface="Arial" charset="0"/>
        <a:ea typeface="+mn-ea"/>
        <a:cs typeface="+mn-cs"/>
      </a:defRPr>
    </a:lvl6pPr>
    <a:lvl7pPr marL="2285362" algn="l" defTabSz="761790" rtl="0" eaLnBrk="1" latinLnBrk="0" hangingPunct="1">
      <a:defRPr kern="1200">
        <a:solidFill>
          <a:schemeClr val="tx1"/>
        </a:solidFill>
        <a:latin typeface="Arial" charset="0"/>
        <a:ea typeface="+mn-ea"/>
        <a:cs typeface="+mn-cs"/>
      </a:defRPr>
    </a:lvl7pPr>
    <a:lvl8pPr marL="2666253" algn="l" defTabSz="761790" rtl="0" eaLnBrk="1" latinLnBrk="0" hangingPunct="1">
      <a:defRPr kern="1200">
        <a:solidFill>
          <a:schemeClr val="tx1"/>
        </a:solidFill>
        <a:latin typeface="Arial" charset="0"/>
        <a:ea typeface="+mn-ea"/>
        <a:cs typeface="+mn-cs"/>
      </a:defRPr>
    </a:lvl8pPr>
    <a:lvl9pPr marL="3047146" algn="l" defTabSz="76179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78">
          <p15:clr>
            <a:srgbClr val="A4A3A4"/>
          </p15:clr>
        </p15:guide>
      </p15:sldGuideLst>
    </p:ext>
    <p:ext uri="{2D200454-40CA-4A62-9FC3-DE9A4176ACB9}">
      <p15:notesGuideLst xmlns:p15="http://schemas.microsoft.com/office/powerpoint/2012/main">
        <p15:guide id="1" orient="horz" pos="4652">
          <p15:clr>
            <a:srgbClr val="A4A3A4"/>
          </p15:clr>
        </p15:guide>
        <p15:guide id="2" pos="29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42" autoAdjust="0"/>
    <p:restoredTop sz="94598" autoAdjust="0"/>
  </p:normalViewPr>
  <p:slideViewPr>
    <p:cSldViewPr snapToGrid="0">
      <p:cViewPr varScale="1">
        <p:scale>
          <a:sx n="185" d="100"/>
          <a:sy n="185" d="100"/>
        </p:scale>
        <p:origin x="264" y="93"/>
      </p:cViewPr>
      <p:guideLst>
        <p:guide orient="horz" pos="1620"/>
        <p:guide pos="287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9" d="100"/>
          <a:sy n="49" d="100"/>
        </p:scale>
        <p:origin x="-1512" y="-90"/>
      </p:cViewPr>
      <p:guideLst>
        <p:guide orient="horz" pos="4652"/>
        <p:guide pos="292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2"/>
            <a:ext cx="4027944"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defRPr sz="1800"/>
            </a:lvl1pPr>
          </a:lstStyle>
          <a:p>
            <a:pPr>
              <a:defRPr/>
            </a:pPr>
            <a:endParaRPr lang="en-US"/>
          </a:p>
        </p:txBody>
      </p:sp>
      <p:sp>
        <p:nvSpPr>
          <p:cNvPr id="122883" name="Rectangle 3"/>
          <p:cNvSpPr>
            <a:spLocks noGrp="1" noChangeArrowheads="1"/>
          </p:cNvSpPr>
          <p:nvPr>
            <p:ph type="dt" sz="quarter" idx="1"/>
          </p:nvPr>
        </p:nvSpPr>
        <p:spPr bwMode="auto">
          <a:xfrm>
            <a:off x="5266329" y="2"/>
            <a:ext cx="4027943"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lgn="r">
              <a:defRPr sz="1800"/>
            </a:lvl1pPr>
          </a:lstStyle>
          <a:p>
            <a:pPr>
              <a:defRPr/>
            </a:pPr>
            <a:endParaRPr lang="en-US"/>
          </a:p>
        </p:txBody>
      </p:sp>
      <p:sp>
        <p:nvSpPr>
          <p:cNvPr id="122884" name="Rectangle 4"/>
          <p:cNvSpPr>
            <a:spLocks noGrp="1" noChangeArrowheads="1"/>
          </p:cNvSpPr>
          <p:nvPr>
            <p:ph type="ftr" sz="quarter" idx="2"/>
          </p:nvPr>
        </p:nvSpPr>
        <p:spPr bwMode="auto">
          <a:xfrm>
            <a:off x="0" y="14030071"/>
            <a:ext cx="4027944"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defRPr sz="1800"/>
            </a:lvl1pPr>
          </a:lstStyle>
          <a:p>
            <a:pPr>
              <a:defRPr/>
            </a:pPr>
            <a:endParaRPr lang="en-US"/>
          </a:p>
        </p:txBody>
      </p:sp>
      <p:sp>
        <p:nvSpPr>
          <p:cNvPr id="122885" name="Rectangle 5"/>
          <p:cNvSpPr>
            <a:spLocks noGrp="1" noChangeArrowheads="1"/>
          </p:cNvSpPr>
          <p:nvPr>
            <p:ph type="sldNum" sz="quarter" idx="3"/>
          </p:nvPr>
        </p:nvSpPr>
        <p:spPr bwMode="auto">
          <a:xfrm>
            <a:off x="5266329" y="14030071"/>
            <a:ext cx="4027943"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lgn="r">
              <a:defRPr sz="1800"/>
            </a:lvl1pPr>
          </a:lstStyle>
          <a:p>
            <a:pPr>
              <a:defRPr/>
            </a:pPr>
            <a:fld id="{8D56EAE8-38CB-4EE5-8A34-F5F49B68F2DE}" type="slidenum">
              <a:rPr lang="en-US"/>
              <a:pPr>
                <a:defRPr/>
              </a:pPr>
              <a:t>‹#›</a:t>
            </a:fld>
            <a:endParaRPr lang="en-US"/>
          </a:p>
        </p:txBody>
      </p:sp>
    </p:spTree>
    <p:extLst>
      <p:ext uri="{BB962C8B-B14F-4D97-AF65-F5344CB8AC3E}">
        <p14:creationId xmlns:p14="http://schemas.microsoft.com/office/powerpoint/2010/main" val="372300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2"/>
            <a:ext cx="4027944"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defRPr sz="1800"/>
            </a:lvl1pPr>
          </a:lstStyle>
          <a:p>
            <a:pPr>
              <a:defRPr/>
            </a:pPr>
            <a:endParaRPr lang="en-US"/>
          </a:p>
        </p:txBody>
      </p:sp>
      <p:sp>
        <p:nvSpPr>
          <p:cNvPr id="121859" name="Rectangle 3"/>
          <p:cNvSpPr>
            <a:spLocks noGrp="1" noChangeArrowheads="1"/>
          </p:cNvSpPr>
          <p:nvPr>
            <p:ph type="dt" idx="1"/>
          </p:nvPr>
        </p:nvSpPr>
        <p:spPr bwMode="auto">
          <a:xfrm>
            <a:off x="5266329" y="2"/>
            <a:ext cx="4027943"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lgn="r">
              <a:defRPr sz="18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274638" y="1108075"/>
            <a:ext cx="9845676" cy="5538788"/>
          </a:xfrm>
          <a:prstGeom prst="rect">
            <a:avLst/>
          </a:prstGeom>
          <a:noFill/>
          <a:ln w="9525">
            <a:solidFill>
              <a:srgbClr val="000000"/>
            </a:solidFill>
            <a:miter lim="800000"/>
            <a:headEnd/>
            <a:tailEnd/>
          </a:ln>
        </p:spPr>
      </p:sp>
      <p:sp>
        <p:nvSpPr>
          <p:cNvPr id="121861" name="Rectangle 5"/>
          <p:cNvSpPr>
            <a:spLocks noGrp="1" noChangeArrowheads="1"/>
          </p:cNvSpPr>
          <p:nvPr>
            <p:ph type="body" sz="quarter" idx="3"/>
          </p:nvPr>
        </p:nvSpPr>
        <p:spPr bwMode="auto">
          <a:xfrm>
            <a:off x="929854" y="7016308"/>
            <a:ext cx="7436693" cy="6645019"/>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1862" name="Rectangle 6"/>
          <p:cNvSpPr>
            <a:spLocks noGrp="1" noChangeArrowheads="1"/>
          </p:cNvSpPr>
          <p:nvPr>
            <p:ph type="ftr" sz="quarter" idx="4"/>
          </p:nvPr>
        </p:nvSpPr>
        <p:spPr bwMode="auto">
          <a:xfrm>
            <a:off x="0" y="14030071"/>
            <a:ext cx="4027944"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defRPr sz="1800"/>
            </a:lvl1pPr>
          </a:lstStyle>
          <a:p>
            <a:pPr>
              <a:defRPr/>
            </a:pPr>
            <a:endParaRPr lang="en-US"/>
          </a:p>
        </p:txBody>
      </p:sp>
      <p:sp>
        <p:nvSpPr>
          <p:cNvPr id="121863" name="Rectangle 7"/>
          <p:cNvSpPr>
            <a:spLocks noGrp="1" noChangeArrowheads="1"/>
          </p:cNvSpPr>
          <p:nvPr>
            <p:ph type="sldNum" sz="quarter" idx="5"/>
          </p:nvPr>
        </p:nvSpPr>
        <p:spPr bwMode="auto">
          <a:xfrm>
            <a:off x="5266329" y="14030071"/>
            <a:ext cx="4027943"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lgn="r">
              <a:defRPr sz="1800"/>
            </a:lvl1pPr>
          </a:lstStyle>
          <a:p>
            <a:pPr>
              <a:defRPr/>
            </a:pPr>
            <a:fld id="{BED2394B-E06C-4DC9-BCC2-551C3DED9AAD}" type="slidenum">
              <a:rPr lang="en-US"/>
              <a:pPr>
                <a:defRPr/>
              </a:pPr>
              <a:t>‹#›</a:t>
            </a:fld>
            <a:endParaRPr lang="en-US"/>
          </a:p>
        </p:txBody>
      </p:sp>
    </p:spTree>
    <p:extLst>
      <p:ext uri="{BB962C8B-B14F-4D97-AF65-F5344CB8AC3E}">
        <p14:creationId xmlns:p14="http://schemas.microsoft.com/office/powerpoint/2010/main" val="3747035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mn-cs"/>
      </a:defRPr>
    </a:lvl1pPr>
    <a:lvl2pPr marL="380895" algn="l" rtl="0" eaLnBrk="0" fontAlgn="base" hangingPunct="0">
      <a:spcBef>
        <a:spcPct val="30000"/>
      </a:spcBef>
      <a:spcAft>
        <a:spcPct val="0"/>
      </a:spcAft>
      <a:defRPr sz="1000" kern="1200">
        <a:solidFill>
          <a:schemeClr val="tx1"/>
        </a:solidFill>
        <a:latin typeface="Arial" charset="0"/>
        <a:ea typeface="+mn-ea"/>
        <a:cs typeface="+mn-cs"/>
      </a:defRPr>
    </a:lvl2pPr>
    <a:lvl3pPr marL="761790" algn="l" rtl="0" eaLnBrk="0" fontAlgn="base" hangingPunct="0">
      <a:spcBef>
        <a:spcPct val="30000"/>
      </a:spcBef>
      <a:spcAft>
        <a:spcPct val="0"/>
      </a:spcAft>
      <a:defRPr sz="1000" kern="1200">
        <a:solidFill>
          <a:schemeClr val="tx1"/>
        </a:solidFill>
        <a:latin typeface="Arial" charset="0"/>
        <a:ea typeface="+mn-ea"/>
        <a:cs typeface="+mn-cs"/>
      </a:defRPr>
    </a:lvl3pPr>
    <a:lvl4pPr marL="1142683" algn="l" rtl="0" eaLnBrk="0" fontAlgn="base" hangingPunct="0">
      <a:spcBef>
        <a:spcPct val="30000"/>
      </a:spcBef>
      <a:spcAft>
        <a:spcPct val="0"/>
      </a:spcAft>
      <a:defRPr sz="1000" kern="1200">
        <a:solidFill>
          <a:schemeClr val="tx1"/>
        </a:solidFill>
        <a:latin typeface="Arial" charset="0"/>
        <a:ea typeface="+mn-ea"/>
        <a:cs typeface="+mn-cs"/>
      </a:defRPr>
    </a:lvl4pPr>
    <a:lvl5pPr marL="1523573" algn="l" rtl="0" eaLnBrk="0" fontAlgn="base" hangingPunct="0">
      <a:spcBef>
        <a:spcPct val="30000"/>
      </a:spcBef>
      <a:spcAft>
        <a:spcPct val="0"/>
      </a:spcAft>
      <a:defRPr sz="1000" kern="1200">
        <a:solidFill>
          <a:schemeClr val="tx1"/>
        </a:solidFill>
        <a:latin typeface="Arial" charset="0"/>
        <a:ea typeface="+mn-ea"/>
        <a:cs typeface="+mn-cs"/>
      </a:defRPr>
    </a:lvl5pPr>
    <a:lvl6pPr marL="1904467" algn="l" defTabSz="761790" rtl="0" eaLnBrk="1" latinLnBrk="0" hangingPunct="1">
      <a:defRPr sz="1000" kern="1200">
        <a:solidFill>
          <a:schemeClr val="tx1"/>
        </a:solidFill>
        <a:latin typeface="+mn-lt"/>
        <a:ea typeface="+mn-ea"/>
        <a:cs typeface="+mn-cs"/>
      </a:defRPr>
    </a:lvl6pPr>
    <a:lvl7pPr marL="2285362" algn="l" defTabSz="761790" rtl="0" eaLnBrk="1" latinLnBrk="0" hangingPunct="1">
      <a:defRPr sz="1000" kern="1200">
        <a:solidFill>
          <a:schemeClr val="tx1"/>
        </a:solidFill>
        <a:latin typeface="+mn-lt"/>
        <a:ea typeface="+mn-ea"/>
        <a:cs typeface="+mn-cs"/>
      </a:defRPr>
    </a:lvl7pPr>
    <a:lvl8pPr marL="2666253" algn="l" defTabSz="761790" rtl="0" eaLnBrk="1" latinLnBrk="0" hangingPunct="1">
      <a:defRPr sz="1000" kern="1200">
        <a:solidFill>
          <a:schemeClr val="tx1"/>
        </a:solidFill>
        <a:latin typeface="+mn-lt"/>
        <a:ea typeface="+mn-ea"/>
        <a:cs typeface="+mn-cs"/>
      </a:defRPr>
    </a:lvl8pPr>
    <a:lvl9pPr marL="3047146" algn="l" defTabSz="761790" rtl="0" eaLnBrk="1" latinLnBrk="0" hangingPunct="1">
      <a:defRPr sz="1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439927"/>
            <a:ext cx="2133600" cy="154782"/>
          </a:xfrm>
        </p:spPr>
        <p:txBody>
          <a:bodyPr/>
          <a:lstStyle>
            <a:lvl1pPr>
              <a:defRPr/>
            </a:lvl1pPr>
          </a:lstStyle>
          <a:p>
            <a:pPr>
              <a:defRPr/>
            </a:pPr>
            <a:fld id="{03BA23CF-AA30-4A18-B744-605C3E9DBF07}" type="slidenum">
              <a:rPr lang="en-US"/>
              <a:pPr>
                <a:defRPr/>
              </a:pPr>
              <a:t>‹#›</a:t>
            </a:fld>
            <a:endParaRPr lang="en-US"/>
          </a:p>
        </p:txBody>
      </p:sp>
      <p:sp>
        <p:nvSpPr>
          <p:cNvPr id="2" name="TextBox 1">
            <a:extLst>
              <a:ext uri="{FF2B5EF4-FFF2-40B4-BE49-F238E27FC236}">
                <a16:creationId xmlns:a16="http://schemas.microsoft.com/office/drawing/2014/main" id="{D56687D7-76F0-8040-93B6-084C7529F854}"/>
              </a:ext>
            </a:extLst>
          </p:cNvPr>
          <p:cNvSpPr txBox="1"/>
          <p:nvPr userDrawn="1"/>
        </p:nvSpPr>
        <p:spPr>
          <a:xfrm>
            <a:off x="4705815" y="4780156"/>
            <a:ext cx="184731" cy="369332"/>
          </a:xfrm>
          <a:prstGeom prst="rect">
            <a:avLst/>
          </a:prstGeom>
          <a:noFill/>
        </p:spPr>
        <p:txBody>
          <a:bodyPr wrap="none" rtlCol="0">
            <a:spAutoFit/>
          </a:bodyPr>
          <a:lstStyle/>
          <a:p>
            <a:endParaRPr lang="en-US" dirty="0"/>
          </a:p>
        </p:txBody>
      </p:sp>
      <p:pic>
        <p:nvPicPr>
          <p:cNvPr id="6" name="Picture 27" descr="ti_logo_powerpoint_1_line.png"/>
          <p:cNvPicPr>
            <a:picLocks noChangeAspect="1"/>
          </p:cNvPicPr>
          <p:nvPr userDrawn="1"/>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5" name="Rectangle 24">
            <a:extLst>
              <a:ext uri="{FF2B5EF4-FFF2-40B4-BE49-F238E27FC236}">
                <a16:creationId xmlns:a16="http://schemas.microsoft.com/office/drawing/2014/main" id="{73F1F293-7B5B-6248-AEF0-BCB7B73543E3}"/>
              </a:ext>
            </a:extLst>
          </p:cNvPr>
          <p:cNvSpPr>
            <a:spLocks noGrp="1" noChangeArrowheads="1"/>
          </p:cNvSpPr>
          <p:nvPr>
            <p:ph type="sldNum" sz="quarter" idx="10"/>
          </p:nvPr>
        </p:nvSpPr>
        <p:spPr>
          <a:xfrm>
            <a:off x="6642100" y="4439927"/>
            <a:ext cx="2133600" cy="154782"/>
          </a:xfrm>
        </p:spPr>
        <p:txBody>
          <a:bodyPr/>
          <a:lstStyle>
            <a:lvl1pPr>
              <a:defRPr/>
            </a:lvl1pPr>
          </a:lstStyle>
          <a:p>
            <a:pPr>
              <a:defRPr/>
            </a:pPr>
            <a:fld id="{03BA23CF-AA30-4A18-B744-605C3E9DBF07}" type="slidenum">
              <a:rPr lang="en-US"/>
              <a:pPr>
                <a:defRPr/>
              </a:pPr>
              <a:t>‹#›</a:t>
            </a:fld>
            <a:endParaRPr lang="en-US"/>
          </a:p>
        </p:txBody>
      </p:sp>
      <p:pic>
        <p:nvPicPr>
          <p:cNvPr id="6" name="Picture 27" descr="ti_logo_powerpoint_1_line.png"/>
          <p:cNvPicPr>
            <a:picLocks noChangeAspect="1"/>
          </p:cNvPicPr>
          <p:nvPr userDrawn="1"/>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extLst>
      <p:ext uri="{BB962C8B-B14F-4D97-AF65-F5344CB8AC3E}">
        <p14:creationId xmlns:p14="http://schemas.microsoft.com/office/powerpoint/2010/main" val="65610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10"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5" name="Rectangle 24">
            <a:extLst>
              <a:ext uri="{FF2B5EF4-FFF2-40B4-BE49-F238E27FC236}">
                <a16:creationId xmlns:a16="http://schemas.microsoft.com/office/drawing/2014/main" id="{7815B5F2-A5A7-1E49-BC30-BA3F75996177}"/>
              </a:ext>
            </a:extLst>
          </p:cNvPr>
          <p:cNvSpPr>
            <a:spLocks noGrp="1" noChangeArrowheads="1"/>
          </p:cNvSpPr>
          <p:nvPr>
            <p:ph type="sldNum" sz="quarter" idx="10"/>
          </p:nvPr>
        </p:nvSpPr>
        <p:spPr>
          <a:xfrm>
            <a:off x="6642100" y="4439927"/>
            <a:ext cx="2133600" cy="154782"/>
          </a:xfrm>
        </p:spPr>
        <p:txBody>
          <a:bodyPr/>
          <a:lstStyle>
            <a:lvl1pPr>
              <a:defRPr>
                <a:solidFill>
                  <a:schemeClr val="tx1"/>
                </a:solidFill>
              </a:defRPr>
            </a:lvl1pPr>
          </a:lstStyle>
          <a:p>
            <a:pPr>
              <a:defRPr/>
            </a:pPr>
            <a:fld id="{03BA23CF-AA30-4A18-B744-605C3E9DBF07}" type="slidenum">
              <a:rPr lang="en-US" smtClean="0"/>
              <a:pPr>
                <a:defRPr/>
              </a:pPr>
              <a:t>‹#›</a:t>
            </a:fld>
            <a:endParaRPr lang="en-US"/>
          </a:p>
        </p:txBody>
      </p:sp>
      <p:pic>
        <p:nvPicPr>
          <p:cNvPr id="6" name="Picture 27" descr="ti_logo_powerpoint_1_line.png"/>
          <p:cNvPicPr>
            <a:picLocks noChangeAspect="1"/>
          </p:cNvPicPr>
          <p:nvPr userDrawn="1"/>
        </p:nvPicPr>
        <p:blipFill>
          <a:blip r:embed="rId3" cstate="print"/>
          <a:srcRect/>
          <a:stretch>
            <a:fillRect/>
          </a:stretch>
        </p:blipFill>
        <p:spPr bwMode="auto">
          <a:xfrm>
            <a:off x="7329362" y="4782264"/>
            <a:ext cx="1562364" cy="193146"/>
          </a:xfrm>
          <a:prstGeom prst="rect">
            <a:avLst/>
          </a:prstGeom>
          <a:noFill/>
          <a:ln w="9525">
            <a:noFill/>
            <a:miter lim="800000"/>
            <a:headEnd/>
            <a:tailEnd/>
          </a:ln>
        </p:spPr>
      </p:pic>
    </p:spTree>
    <p:extLst>
      <p:ext uri="{BB962C8B-B14F-4D97-AF65-F5344CB8AC3E}">
        <p14:creationId xmlns:p14="http://schemas.microsoft.com/office/powerpoint/2010/main" val="3546851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7_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5" name="Rectangle 24">
            <a:extLst>
              <a:ext uri="{FF2B5EF4-FFF2-40B4-BE49-F238E27FC236}">
                <a16:creationId xmlns:a16="http://schemas.microsoft.com/office/drawing/2014/main" id="{73F1F293-7B5B-6248-AEF0-BCB7B73543E3}"/>
              </a:ext>
            </a:extLst>
          </p:cNvPr>
          <p:cNvSpPr>
            <a:spLocks noGrp="1" noChangeArrowheads="1"/>
          </p:cNvSpPr>
          <p:nvPr>
            <p:ph type="sldNum" sz="quarter" idx="10"/>
          </p:nvPr>
        </p:nvSpPr>
        <p:spPr>
          <a:xfrm>
            <a:off x="6642100" y="4439927"/>
            <a:ext cx="2133600" cy="154782"/>
          </a:xfrm>
        </p:spPr>
        <p:txBody>
          <a:bodyPr/>
          <a:lstStyle>
            <a:lvl1pPr>
              <a:defRPr/>
            </a:lvl1pPr>
          </a:lstStyle>
          <a:p>
            <a:pPr>
              <a:defRPr/>
            </a:pPr>
            <a:fld id="{03BA23CF-AA30-4A18-B744-605C3E9DBF07}" type="slidenum">
              <a:rPr lang="en-US"/>
              <a:pPr>
                <a:defRPr/>
              </a:pPr>
              <a:t>‹#›</a:t>
            </a:fld>
            <a:endParaRPr lang="en-US"/>
          </a:p>
        </p:txBody>
      </p:sp>
      <p:pic>
        <p:nvPicPr>
          <p:cNvPr id="6" name="Picture 5" descr="A picture containing drawing, cup&#10;&#10;Description automatically generated">
            <a:extLst>
              <a:ext uri="{FF2B5EF4-FFF2-40B4-BE49-F238E27FC236}">
                <a16:creationId xmlns:a16="http://schemas.microsoft.com/office/drawing/2014/main" id="{7CC34E39-7310-7442-846F-66689DD005D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29868" y="4782676"/>
            <a:ext cx="1563597" cy="191106"/>
          </a:xfrm>
          <a:prstGeom prst="rect">
            <a:avLst/>
          </a:prstGeom>
        </p:spPr>
      </p:pic>
    </p:spTree>
    <p:extLst>
      <p:ext uri="{BB962C8B-B14F-4D97-AF65-F5344CB8AC3E}">
        <p14:creationId xmlns:p14="http://schemas.microsoft.com/office/powerpoint/2010/main" val="796813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33378" y="786357"/>
            <a:ext cx="8467725" cy="3709449"/>
          </a:xfrm>
        </p:spPr>
        <p:txBody>
          <a:bodyPr/>
          <a:lstStyle>
            <a:lvl1pPr>
              <a:spcBef>
                <a:spcPts val="667"/>
              </a:spcBef>
              <a:defRPr/>
            </a:lvl1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2B97888F-6AF7-4263-B69D-592D8C33BAC7}" type="slidenum">
              <a:rPr lang="en-US"/>
              <a:pPr>
                <a:defRPr/>
              </a:pPr>
              <a:t>‹#›</a:t>
            </a:fld>
            <a:endParaRPr lang="en-US"/>
          </a:p>
        </p:txBody>
      </p:sp>
      <p:pic>
        <p:nvPicPr>
          <p:cNvPr id="5"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sz="half" idx="1"/>
          </p:nvPr>
        </p:nvSpPr>
        <p:spPr>
          <a:xfrm>
            <a:off x="333375" y="889398"/>
            <a:ext cx="4157663"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3438" y="889398"/>
            <a:ext cx="4157662"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p:cNvSpPr>
            <a:spLocks noGrp="1" noChangeArrowheads="1"/>
          </p:cNvSpPr>
          <p:nvPr>
            <p:ph type="sldNum" sz="quarter" idx="10"/>
          </p:nvPr>
        </p:nvSpPr>
        <p:spPr>
          <a:ln/>
        </p:spPr>
        <p:txBody>
          <a:bodyPr/>
          <a:lstStyle>
            <a:lvl1pPr>
              <a:defRPr/>
            </a:lvl1pPr>
          </a:lstStyle>
          <a:p>
            <a:pPr>
              <a:defRPr/>
            </a:pPr>
            <a:fld id="{B53548F6-AAA9-4A8D-A869-511B3DFE3256}" type="slidenum">
              <a:rPr lang="en-US"/>
              <a:pPr>
                <a:defRPr/>
              </a:pPr>
              <a:t>‹#›</a:t>
            </a:fld>
            <a:endParaRPr lang="en-US"/>
          </a:p>
        </p:txBody>
      </p:sp>
      <p:pic>
        <p:nvPicPr>
          <p:cNvPr id="6"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pPr>
              <a:defRPr/>
            </a:pPr>
            <a:fld id="{204C35C9-3222-4444-B33E-8AB075BE83C6}" type="slidenum">
              <a:rPr lang="en-US"/>
              <a:pPr>
                <a:defRPr/>
              </a:pPr>
              <a:t>‹#›</a:t>
            </a:fld>
            <a:endParaRPr lang="en-US"/>
          </a:p>
        </p:txBody>
      </p:sp>
      <p:pic>
        <p:nvPicPr>
          <p:cNvPr id="8"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D4C52F08-588C-488E-A5AB-DF69250DE862}" type="slidenum">
              <a:rPr lang="en-US"/>
              <a:pPr>
                <a:defRPr/>
              </a:pPr>
              <a:t>‹#›</a:t>
            </a:fld>
            <a:endParaRPr lang="en-US"/>
          </a:p>
        </p:txBody>
      </p:sp>
      <p:pic>
        <p:nvPicPr>
          <p:cNvPr id="4"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8"/>
          </a:xfrm>
        </p:spPr>
        <p:txBody>
          <a:bodyPr anchor="b"/>
          <a:lstStyle>
            <a:lvl1pPr algn="l">
              <a:defRPr sz="2700" b="1">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575050" y="204788"/>
            <a:ext cx="5111750" cy="4389835"/>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700"/>
            </a:lvl6pPr>
            <a:lvl7pPr>
              <a:defRPr sz="1700"/>
            </a:lvl7pPr>
            <a:lvl8pPr>
              <a:defRPr sz="1700"/>
            </a:lvl8pPr>
            <a:lvl9pPr>
              <a:defRPr sz="17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076325"/>
            <a:ext cx="3008313" cy="3518298"/>
          </a:xfrm>
        </p:spPr>
        <p:txBody>
          <a:bodyPr/>
          <a:lstStyle>
            <a:lvl1pPr marL="0" indent="0">
              <a:buNone/>
              <a:defRPr sz="1700"/>
            </a:lvl1pPr>
            <a:lvl2pPr marL="380895" indent="0">
              <a:buNone/>
              <a:defRPr sz="1000"/>
            </a:lvl2pPr>
            <a:lvl3pPr marL="761790" indent="0">
              <a:buNone/>
              <a:defRPr sz="800"/>
            </a:lvl3pPr>
            <a:lvl4pPr marL="1142683" indent="0">
              <a:buNone/>
              <a:defRPr sz="700"/>
            </a:lvl4pPr>
            <a:lvl5pPr marL="1523573" indent="0">
              <a:buNone/>
              <a:defRPr sz="700"/>
            </a:lvl5pPr>
            <a:lvl6pPr marL="1904467" indent="0">
              <a:buNone/>
              <a:defRPr sz="700"/>
            </a:lvl6pPr>
            <a:lvl7pPr marL="2285362" indent="0">
              <a:buNone/>
              <a:defRPr sz="700"/>
            </a:lvl7pPr>
            <a:lvl8pPr marL="2666253" indent="0">
              <a:buNone/>
              <a:defRPr sz="700"/>
            </a:lvl8pPr>
            <a:lvl9pPr marL="3047146" indent="0">
              <a:buNone/>
              <a:defRPr sz="700"/>
            </a:lvl9pPr>
          </a:lstStyle>
          <a:p>
            <a:pPr lvl="0"/>
            <a:r>
              <a:rPr lang="en-US" dirty="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D9B97EEC-B5BC-42C5-B73F-31CC660D4D8A}" type="slidenum">
              <a:rPr lang="en-US"/>
              <a:pPr>
                <a:defRPr/>
              </a:pPr>
              <a:t>‹#›</a:t>
            </a:fld>
            <a:endParaRPr lang="en-US"/>
          </a:p>
        </p:txBody>
      </p:sp>
      <p:pic>
        <p:nvPicPr>
          <p:cNvPr id="6" name="Picture 27" descr="ti_logo_powerpoint_1_line.png"/>
          <p:cNvPicPr>
            <a:picLocks noChangeAspect="1"/>
          </p:cNvPicPr>
          <p:nvPr userDrawn="1"/>
        </p:nvPicPr>
        <p:blipFill>
          <a:blip r:embed="rId2" cstate="print"/>
          <a:srcRect/>
          <a:stretch>
            <a:fillRect/>
          </a:stretch>
        </p:blipFill>
        <p:spPr bwMode="auto">
          <a:xfrm>
            <a:off x="7329362" y="4782264"/>
            <a:ext cx="1562364" cy="193146"/>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31775" y="107163"/>
            <a:ext cx="8458200" cy="610791"/>
          </a:xfrm>
          <a:prstGeom prst="rect">
            <a:avLst/>
          </a:prstGeom>
          <a:noFill/>
          <a:ln w="9525">
            <a:noFill/>
            <a:miter lim="800000"/>
            <a:headEnd/>
            <a:tailEnd/>
          </a:ln>
        </p:spPr>
        <p:txBody>
          <a:bodyPr vert="horz" wrap="square" lIns="76179" tIns="38088" rIns="76179" bIns="3808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333378" y="794149"/>
            <a:ext cx="8467725" cy="3701653"/>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667503" y="4442792"/>
            <a:ext cx="2133600" cy="154782"/>
          </a:xfrm>
          <a:prstGeom prst="rect">
            <a:avLst/>
          </a:prstGeom>
          <a:noFill/>
          <a:ln w="9525">
            <a:noFill/>
            <a:miter lim="800000"/>
            <a:headEnd/>
            <a:tailEnd/>
          </a:ln>
          <a:effectLst/>
        </p:spPr>
        <p:txBody>
          <a:bodyPr vert="horz" wrap="square" lIns="76179" tIns="38088" rIns="76179" bIns="38088" numCol="1" anchor="t" anchorCtr="0" compatLnSpc="1">
            <a:prstTxWarp prst="textNoShape">
              <a:avLst/>
            </a:prstTxWarp>
          </a:bodyPr>
          <a:lstStyle>
            <a:lvl1pPr algn="r">
              <a:defRPr sz="700"/>
            </a:lvl1pPr>
          </a:lstStyle>
          <a:p>
            <a:pPr>
              <a:defRPr/>
            </a:pPr>
            <a:fld id="{B6C70261-DCF8-4A97-9502-E8EEF2364CDE}" type="slidenum">
              <a:rPr lang="en-US"/>
              <a:pPr>
                <a:defRPr/>
              </a:pPr>
              <a:t>‹#›</a:t>
            </a:fld>
            <a:endParaRPr lang="en-US"/>
          </a:p>
        </p:txBody>
      </p:sp>
      <p:cxnSp>
        <p:nvCxnSpPr>
          <p:cNvPr id="3" name="Straight Connector 2">
            <a:extLst>
              <a:ext uri="{FF2B5EF4-FFF2-40B4-BE49-F238E27FC236}">
                <a16:creationId xmlns:a16="http://schemas.microsoft.com/office/drawing/2014/main" id="{92663C74-62AB-B64B-BCBB-0866ABE6E2D3}"/>
              </a:ext>
            </a:extLst>
          </p:cNvPr>
          <p:cNvCxnSpPr>
            <a:cxnSpLocks/>
          </p:cNvCxnSpPr>
          <p:nvPr userDrawn="1"/>
        </p:nvCxnSpPr>
        <p:spPr>
          <a:xfrm>
            <a:off x="0" y="4656947"/>
            <a:ext cx="892889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 Box 31">
            <a:extLst>
              <a:ext uri="{FF2B5EF4-FFF2-40B4-BE49-F238E27FC236}">
                <a16:creationId xmlns:a16="http://schemas.microsoft.com/office/drawing/2014/main" id="{BBEA79FD-0CFB-464E-959F-0C18C604804A}"/>
              </a:ext>
            </a:extLst>
          </p:cNvPr>
          <p:cNvSpPr txBox="1">
            <a:spLocks noChangeArrowheads="1"/>
          </p:cNvSpPr>
          <p:nvPr userDrawn="1"/>
        </p:nvSpPr>
        <p:spPr bwMode="auto">
          <a:xfrm>
            <a:off x="334013" y="4656947"/>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cSld>
  <p:clrMap bg1="lt1" tx1="dk1" bg2="lt2" tx2="dk2" accent1="accent1" accent2="accent2" accent3="accent3" accent4="accent4" accent5="accent5" accent6="accent6" hlink="hlink" folHlink="folHlink"/>
  <p:sldLayoutIdLst>
    <p:sldLayoutId id="2147483719" r:id="rId1"/>
    <p:sldLayoutId id="2147483726" r:id="rId2"/>
    <p:sldLayoutId id="2147483735" r:id="rId3"/>
    <p:sldLayoutId id="2147483750" r:id="rId4"/>
    <p:sldLayoutId id="2147483709" r:id="rId5"/>
    <p:sldLayoutId id="2147483711" r:id="rId6"/>
    <p:sldLayoutId id="2147483712" r:id="rId7"/>
    <p:sldLayoutId id="2147483713" r:id="rId8"/>
    <p:sldLayoutId id="2147483715" r:id="rId9"/>
  </p:sldLayoutIdLst>
  <p:hf hdr="0" ftr="0" dt="0"/>
  <p:txStyles>
    <p:titleStyle>
      <a:lvl1pPr algn="l" rtl="0" eaLnBrk="0" fontAlgn="base" hangingPunct="0">
        <a:lnSpc>
          <a:spcPct val="85000"/>
        </a:lnSpc>
        <a:spcBef>
          <a:spcPct val="0"/>
        </a:spcBef>
        <a:spcAft>
          <a:spcPct val="0"/>
        </a:spcAft>
        <a:defRPr sz="2700" b="1">
          <a:solidFill>
            <a:schemeClr val="tx2"/>
          </a:solidFill>
          <a:latin typeface="+mj-lt"/>
          <a:ea typeface="+mj-ea"/>
          <a:cs typeface="+mj-cs"/>
        </a:defRPr>
      </a:lvl1pPr>
      <a:lvl2pPr algn="l" rtl="0" eaLnBrk="0" fontAlgn="base" hangingPunct="0">
        <a:lnSpc>
          <a:spcPct val="85000"/>
        </a:lnSpc>
        <a:spcBef>
          <a:spcPct val="0"/>
        </a:spcBef>
        <a:spcAft>
          <a:spcPct val="0"/>
        </a:spcAft>
        <a:defRPr sz="2700" b="1">
          <a:solidFill>
            <a:schemeClr val="tx2"/>
          </a:solidFill>
          <a:latin typeface="Arial" charset="0"/>
        </a:defRPr>
      </a:lvl2pPr>
      <a:lvl3pPr algn="l" rtl="0" eaLnBrk="0" fontAlgn="base" hangingPunct="0">
        <a:lnSpc>
          <a:spcPct val="85000"/>
        </a:lnSpc>
        <a:spcBef>
          <a:spcPct val="0"/>
        </a:spcBef>
        <a:spcAft>
          <a:spcPct val="0"/>
        </a:spcAft>
        <a:defRPr sz="2700" b="1">
          <a:solidFill>
            <a:schemeClr val="tx2"/>
          </a:solidFill>
          <a:latin typeface="Arial" charset="0"/>
        </a:defRPr>
      </a:lvl3pPr>
      <a:lvl4pPr algn="l" rtl="0" eaLnBrk="0" fontAlgn="base" hangingPunct="0">
        <a:lnSpc>
          <a:spcPct val="85000"/>
        </a:lnSpc>
        <a:spcBef>
          <a:spcPct val="0"/>
        </a:spcBef>
        <a:spcAft>
          <a:spcPct val="0"/>
        </a:spcAft>
        <a:defRPr sz="2700" b="1">
          <a:solidFill>
            <a:schemeClr val="tx2"/>
          </a:solidFill>
          <a:latin typeface="Arial" charset="0"/>
        </a:defRPr>
      </a:lvl4pPr>
      <a:lvl5pPr algn="l" rtl="0" eaLnBrk="0" fontAlgn="base" hangingPunct="0">
        <a:lnSpc>
          <a:spcPct val="85000"/>
        </a:lnSpc>
        <a:spcBef>
          <a:spcPct val="0"/>
        </a:spcBef>
        <a:spcAft>
          <a:spcPct val="0"/>
        </a:spcAft>
        <a:defRPr sz="2700" b="1">
          <a:solidFill>
            <a:schemeClr val="tx2"/>
          </a:solidFill>
          <a:latin typeface="Arial" charset="0"/>
        </a:defRPr>
      </a:lvl5pPr>
      <a:lvl6pPr marL="380895" algn="l" rtl="0" fontAlgn="base">
        <a:lnSpc>
          <a:spcPct val="85000"/>
        </a:lnSpc>
        <a:spcBef>
          <a:spcPct val="0"/>
        </a:spcBef>
        <a:spcAft>
          <a:spcPct val="0"/>
        </a:spcAft>
        <a:defRPr sz="2700" b="1">
          <a:solidFill>
            <a:srgbClr val="FF0000"/>
          </a:solidFill>
          <a:latin typeface="Arial" charset="0"/>
        </a:defRPr>
      </a:lvl6pPr>
      <a:lvl7pPr marL="761790" algn="l" rtl="0" fontAlgn="base">
        <a:lnSpc>
          <a:spcPct val="85000"/>
        </a:lnSpc>
        <a:spcBef>
          <a:spcPct val="0"/>
        </a:spcBef>
        <a:spcAft>
          <a:spcPct val="0"/>
        </a:spcAft>
        <a:defRPr sz="2700" b="1">
          <a:solidFill>
            <a:srgbClr val="FF0000"/>
          </a:solidFill>
          <a:latin typeface="Arial" charset="0"/>
        </a:defRPr>
      </a:lvl7pPr>
      <a:lvl8pPr marL="1142683" algn="l" rtl="0" fontAlgn="base">
        <a:lnSpc>
          <a:spcPct val="85000"/>
        </a:lnSpc>
        <a:spcBef>
          <a:spcPct val="0"/>
        </a:spcBef>
        <a:spcAft>
          <a:spcPct val="0"/>
        </a:spcAft>
        <a:defRPr sz="2700" b="1">
          <a:solidFill>
            <a:srgbClr val="FF0000"/>
          </a:solidFill>
          <a:latin typeface="Arial" charset="0"/>
        </a:defRPr>
      </a:lvl8pPr>
      <a:lvl9pPr marL="1523573" algn="l" rtl="0" fontAlgn="base">
        <a:lnSpc>
          <a:spcPct val="85000"/>
        </a:lnSpc>
        <a:spcBef>
          <a:spcPct val="0"/>
        </a:spcBef>
        <a:spcAft>
          <a:spcPct val="0"/>
        </a:spcAft>
        <a:defRPr sz="2700" b="1">
          <a:solidFill>
            <a:srgbClr val="FF0000"/>
          </a:solidFill>
          <a:latin typeface="Arial" charset="0"/>
        </a:defRPr>
      </a:lvl9pPr>
    </p:titleStyle>
    <p:bodyStyle>
      <a:lvl1pPr marL="189124" indent="-189124" algn="l" rtl="0" eaLnBrk="0" fontAlgn="base" hangingPunct="0">
        <a:spcBef>
          <a:spcPts val="667"/>
        </a:spcBef>
        <a:spcAft>
          <a:spcPct val="0"/>
        </a:spcAft>
        <a:buChar char="•"/>
        <a:defRPr sz="1800">
          <a:solidFill>
            <a:schemeClr val="tx1"/>
          </a:solidFill>
          <a:latin typeface="+mn-lt"/>
          <a:ea typeface="+mn-ea"/>
          <a:cs typeface="+mn-cs"/>
        </a:defRPr>
      </a:lvl1pPr>
      <a:lvl2pPr marL="478763" indent="-194416" algn="l" rtl="0" eaLnBrk="0" fontAlgn="base" hangingPunct="0">
        <a:spcBef>
          <a:spcPct val="20000"/>
        </a:spcBef>
        <a:spcAft>
          <a:spcPct val="0"/>
        </a:spcAft>
        <a:buChar char="–"/>
        <a:defRPr sz="1600">
          <a:solidFill>
            <a:schemeClr val="tx1"/>
          </a:solidFill>
          <a:latin typeface="+mn-lt"/>
        </a:defRPr>
      </a:lvl2pPr>
      <a:lvl3pPr marL="711530" indent="-137548" algn="l" rtl="0" eaLnBrk="0" fontAlgn="base" hangingPunct="0">
        <a:spcBef>
          <a:spcPct val="15000"/>
        </a:spcBef>
        <a:spcAft>
          <a:spcPct val="0"/>
        </a:spcAft>
        <a:buChar char="•"/>
        <a:defRPr sz="1600">
          <a:solidFill>
            <a:schemeClr val="tx1"/>
          </a:solidFill>
          <a:latin typeface="+mn-lt"/>
        </a:defRPr>
      </a:lvl3pPr>
      <a:lvl4pPr marL="1001168" indent="-194416" algn="l" rtl="0" eaLnBrk="0" fontAlgn="base" hangingPunct="0">
        <a:spcBef>
          <a:spcPct val="5000"/>
        </a:spcBef>
        <a:spcAft>
          <a:spcPct val="0"/>
        </a:spcAft>
        <a:buChar char="–"/>
        <a:defRPr sz="1600">
          <a:solidFill>
            <a:schemeClr val="tx1"/>
          </a:solidFill>
          <a:latin typeface="+mn-lt"/>
        </a:defRPr>
      </a:lvl4pPr>
      <a:lvl5pPr marL="1240546" indent="-144163" algn="l" rtl="0" eaLnBrk="0" fontAlgn="base" hangingPunct="0">
        <a:spcBef>
          <a:spcPct val="0"/>
        </a:spcBef>
        <a:spcAft>
          <a:spcPct val="0"/>
        </a:spcAft>
        <a:buChar char="»"/>
        <a:defRPr sz="1600">
          <a:solidFill>
            <a:schemeClr val="tx1"/>
          </a:solidFill>
          <a:latin typeface="+mn-lt"/>
        </a:defRPr>
      </a:lvl5pPr>
      <a:lvl6pPr marL="1621441" indent="-144163" algn="l" rtl="0" fontAlgn="base">
        <a:spcBef>
          <a:spcPct val="0"/>
        </a:spcBef>
        <a:spcAft>
          <a:spcPct val="0"/>
        </a:spcAft>
        <a:buChar char="»"/>
        <a:defRPr sz="1300">
          <a:solidFill>
            <a:schemeClr val="tx1"/>
          </a:solidFill>
          <a:latin typeface="+mn-lt"/>
        </a:defRPr>
      </a:lvl6pPr>
      <a:lvl7pPr marL="2002336" indent="-144163" algn="l" rtl="0" fontAlgn="base">
        <a:spcBef>
          <a:spcPct val="0"/>
        </a:spcBef>
        <a:spcAft>
          <a:spcPct val="0"/>
        </a:spcAft>
        <a:buChar char="»"/>
        <a:defRPr sz="1300">
          <a:solidFill>
            <a:schemeClr val="tx1"/>
          </a:solidFill>
          <a:latin typeface="+mn-lt"/>
        </a:defRPr>
      </a:lvl7pPr>
      <a:lvl8pPr marL="2383230" indent="-144163" algn="l" rtl="0" fontAlgn="base">
        <a:spcBef>
          <a:spcPct val="0"/>
        </a:spcBef>
        <a:spcAft>
          <a:spcPct val="0"/>
        </a:spcAft>
        <a:buChar char="»"/>
        <a:defRPr sz="1300">
          <a:solidFill>
            <a:schemeClr val="tx1"/>
          </a:solidFill>
          <a:latin typeface="+mn-lt"/>
        </a:defRPr>
      </a:lvl8pPr>
      <a:lvl9pPr marL="2764124" indent="-144163" algn="l" rtl="0" fontAlgn="base">
        <a:spcBef>
          <a:spcPct val="0"/>
        </a:spcBef>
        <a:spcAft>
          <a:spcPct val="0"/>
        </a:spcAft>
        <a:buChar char="»"/>
        <a:defRPr sz="1300">
          <a:solidFill>
            <a:schemeClr val="tx1"/>
          </a:solidFill>
          <a:latin typeface="+mn-lt"/>
        </a:defRPr>
      </a:lvl9pPr>
    </p:bodyStyle>
    <p:otherStyle>
      <a:defPPr>
        <a:defRPr lang="en-US"/>
      </a:defPPr>
      <a:lvl1pPr marL="0" algn="l" defTabSz="761790" rtl="0" eaLnBrk="1" latinLnBrk="0" hangingPunct="1">
        <a:defRPr sz="1500" kern="1200">
          <a:solidFill>
            <a:schemeClr val="tx1"/>
          </a:solidFill>
          <a:latin typeface="+mn-lt"/>
          <a:ea typeface="+mn-ea"/>
          <a:cs typeface="+mn-cs"/>
        </a:defRPr>
      </a:lvl1pPr>
      <a:lvl2pPr marL="380895" algn="l" defTabSz="761790" rtl="0" eaLnBrk="1" latinLnBrk="0" hangingPunct="1">
        <a:defRPr sz="1500" kern="1200">
          <a:solidFill>
            <a:schemeClr val="tx1"/>
          </a:solidFill>
          <a:latin typeface="+mn-lt"/>
          <a:ea typeface="+mn-ea"/>
          <a:cs typeface="+mn-cs"/>
        </a:defRPr>
      </a:lvl2pPr>
      <a:lvl3pPr marL="761790" algn="l" defTabSz="761790" rtl="0" eaLnBrk="1" latinLnBrk="0" hangingPunct="1">
        <a:defRPr sz="1500" kern="1200">
          <a:solidFill>
            <a:schemeClr val="tx1"/>
          </a:solidFill>
          <a:latin typeface="+mn-lt"/>
          <a:ea typeface="+mn-ea"/>
          <a:cs typeface="+mn-cs"/>
        </a:defRPr>
      </a:lvl3pPr>
      <a:lvl4pPr marL="1142683" algn="l" defTabSz="761790" rtl="0" eaLnBrk="1" latinLnBrk="0" hangingPunct="1">
        <a:defRPr sz="1500" kern="1200">
          <a:solidFill>
            <a:schemeClr val="tx1"/>
          </a:solidFill>
          <a:latin typeface="+mn-lt"/>
          <a:ea typeface="+mn-ea"/>
          <a:cs typeface="+mn-cs"/>
        </a:defRPr>
      </a:lvl4pPr>
      <a:lvl5pPr marL="1523573" algn="l" defTabSz="761790" rtl="0" eaLnBrk="1" latinLnBrk="0" hangingPunct="1">
        <a:defRPr sz="1500" kern="1200">
          <a:solidFill>
            <a:schemeClr val="tx1"/>
          </a:solidFill>
          <a:latin typeface="+mn-lt"/>
          <a:ea typeface="+mn-ea"/>
          <a:cs typeface="+mn-cs"/>
        </a:defRPr>
      </a:lvl5pPr>
      <a:lvl6pPr marL="1904467" algn="l" defTabSz="761790" rtl="0" eaLnBrk="1" latinLnBrk="0" hangingPunct="1">
        <a:defRPr sz="1500" kern="1200">
          <a:solidFill>
            <a:schemeClr val="tx1"/>
          </a:solidFill>
          <a:latin typeface="+mn-lt"/>
          <a:ea typeface="+mn-ea"/>
          <a:cs typeface="+mn-cs"/>
        </a:defRPr>
      </a:lvl6pPr>
      <a:lvl7pPr marL="2285362" algn="l" defTabSz="761790" rtl="0" eaLnBrk="1" latinLnBrk="0" hangingPunct="1">
        <a:defRPr sz="1500" kern="1200">
          <a:solidFill>
            <a:schemeClr val="tx1"/>
          </a:solidFill>
          <a:latin typeface="+mn-lt"/>
          <a:ea typeface="+mn-ea"/>
          <a:cs typeface="+mn-cs"/>
        </a:defRPr>
      </a:lvl7pPr>
      <a:lvl8pPr marL="2666253" algn="l" defTabSz="761790" rtl="0" eaLnBrk="1" latinLnBrk="0" hangingPunct="1">
        <a:defRPr sz="1500" kern="1200">
          <a:solidFill>
            <a:schemeClr val="tx1"/>
          </a:solidFill>
          <a:latin typeface="+mn-lt"/>
          <a:ea typeface="+mn-ea"/>
          <a:cs typeface="+mn-cs"/>
        </a:defRPr>
      </a:lvl8pPr>
      <a:lvl9pPr marL="3047146" algn="l" defTabSz="76179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www.ti.com/tool/download/MCU-PLUS-SDK-AM243X/08.03.00.18" TargetMode="External"/><Relationship Id="rId2" Type="http://schemas.openxmlformats.org/officeDocument/2006/relationships/hyperlink" Target="https://www.ti.com/tool/download/CCSTUDIO/12.0.0" TargetMode="External"/><Relationship Id="rId1" Type="http://schemas.openxmlformats.org/officeDocument/2006/relationships/slideLayout" Target="../slideLayouts/slideLayout5.xml"/><Relationship Id="rId4" Type="http://schemas.openxmlformats.org/officeDocument/2006/relationships/hyperlink" Target="https://www.ti.com/tool/download/SYSCONFIG/1.13.0.2553"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software-dl.ti.com/mcu-plus-sdk/esd/AM243X/08_05_00_24/exports/docs/api_guide_am243x/TOOLS_FLASH.html#TOOLS_FLASH_UART_UNIFLASH" TargetMode="External"/><Relationship Id="rId2" Type="http://schemas.openxmlformats.org/officeDocument/2006/relationships/hyperlink" Target="https://software-dl.ti.com/mcu-plus-sdk/esd/AM243X/08_05_00_24/exports/docs/api_guide_am243x/EVM_SETUP_PAGE.html#EVM_FLASH_SOC_INIT" TargetMode="External"/><Relationship Id="rId1" Type="http://schemas.openxmlformats.org/officeDocument/2006/relationships/slideLayout" Target="../slideLayouts/slideLayout5.xml"/><Relationship Id="rId5" Type="http://schemas.openxmlformats.org/officeDocument/2006/relationships/image" Target="../media/image16.jpeg"/><Relationship Id="rId4" Type="http://schemas.openxmlformats.org/officeDocument/2006/relationships/hyperlink" Target="https://software-dl.ti.com/mcu-plus-sdk/esd/AM243X/08_05_00_24/exports/docs/api_guide_am243x/GETTING_STARTED_FLASH.html#autotoc_md49"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DF49B1A-A303-425C-B535-5206975BE9D7}"/>
              </a:ext>
            </a:extLst>
          </p:cNvPr>
          <p:cNvSpPr>
            <a:spLocks noGrp="1"/>
          </p:cNvSpPr>
          <p:nvPr>
            <p:ph type="subTitle" idx="1"/>
          </p:nvPr>
        </p:nvSpPr>
        <p:spPr/>
        <p:txBody>
          <a:bodyPr/>
          <a:lstStyle/>
          <a:p>
            <a:r>
              <a:rPr lang="en-US" dirty="0"/>
              <a:t>Thomas Mauer, Factory Automation and Control, SEM</a:t>
            </a:r>
          </a:p>
          <a:p>
            <a:r>
              <a:rPr lang="en-US"/>
              <a:t>1/4/2023</a:t>
            </a:r>
            <a:endParaRPr lang="en-US" dirty="0"/>
          </a:p>
        </p:txBody>
      </p:sp>
      <p:sp>
        <p:nvSpPr>
          <p:cNvPr id="3" name="Title 2">
            <a:extLst>
              <a:ext uri="{FF2B5EF4-FFF2-40B4-BE49-F238E27FC236}">
                <a16:creationId xmlns:a16="http://schemas.microsoft.com/office/drawing/2014/main" id="{D36BEDA9-33E6-42A5-9866-DCBA841430CE}"/>
              </a:ext>
            </a:extLst>
          </p:cNvPr>
          <p:cNvSpPr>
            <a:spLocks noGrp="1"/>
          </p:cNvSpPr>
          <p:nvPr>
            <p:ph type="ctrTitle"/>
          </p:nvPr>
        </p:nvSpPr>
        <p:spPr/>
        <p:txBody>
          <a:bodyPr/>
          <a:lstStyle/>
          <a:p>
            <a:r>
              <a:rPr lang="en-US" dirty="0"/>
              <a:t>SORTE_G getting started guide</a:t>
            </a:r>
          </a:p>
        </p:txBody>
      </p:sp>
      <p:sp>
        <p:nvSpPr>
          <p:cNvPr id="4" name="Slide Number Placeholder 3">
            <a:extLst>
              <a:ext uri="{FF2B5EF4-FFF2-40B4-BE49-F238E27FC236}">
                <a16:creationId xmlns:a16="http://schemas.microsoft.com/office/drawing/2014/main" id="{D0564068-D181-4127-A1E3-A2E9A2B66C59}"/>
              </a:ext>
            </a:extLst>
          </p:cNvPr>
          <p:cNvSpPr>
            <a:spLocks noGrp="1"/>
          </p:cNvSpPr>
          <p:nvPr>
            <p:ph type="sldNum" sz="quarter" idx="10"/>
          </p:nvPr>
        </p:nvSpPr>
        <p:spPr/>
        <p:txBody>
          <a:bodyPr/>
          <a:lstStyle/>
          <a:p>
            <a:pPr>
              <a:defRPr/>
            </a:pPr>
            <a:fld id="{03BA23CF-AA30-4A18-B744-605C3E9DBF07}" type="slidenum">
              <a:rPr lang="en-US" smtClean="0"/>
              <a:pPr>
                <a:defRPr/>
              </a:pPr>
              <a:t>1</a:t>
            </a:fld>
            <a:endParaRPr lang="en-US"/>
          </a:p>
        </p:txBody>
      </p:sp>
    </p:spTree>
    <p:extLst>
      <p:ext uri="{BB962C8B-B14F-4D97-AF65-F5344CB8AC3E}">
        <p14:creationId xmlns:p14="http://schemas.microsoft.com/office/powerpoint/2010/main" val="182189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8CEAA0-49E5-47C1-83DC-9A006941FC99}"/>
              </a:ext>
            </a:extLst>
          </p:cNvPr>
          <p:cNvSpPr>
            <a:spLocks noGrp="1"/>
          </p:cNvSpPr>
          <p:nvPr>
            <p:ph type="title"/>
          </p:nvPr>
        </p:nvSpPr>
        <p:spPr/>
        <p:txBody>
          <a:bodyPr/>
          <a:lstStyle/>
          <a:p>
            <a:r>
              <a:rPr lang="en-US" dirty="0"/>
              <a:t>Tool installations</a:t>
            </a:r>
          </a:p>
        </p:txBody>
      </p:sp>
      <p:sp>
        <p:nvSpPr>
          <p:cNvPr id="6" name="Content Placeholder 5">
            <a:extLst>
              <a:ext uri="{FF2B5EF4-FFF2-40B4-BE49-F238E27FC236}">
                <a16:creationId xmlns:a16="http://schemas.microsoft.com/office/drawing/2014/main" id="{F2A46C5A-BA46-4D65-9080-8E71F72299E8}"/>
              </a:ext>
            </a:extLst>
          </p:cNvPr>
          <p:cNvSpPr>
            <a:spLocks noGrp="1"/>
          </p:cNvSpPr>
          <p:nvPr>
            <p:ph idx="1"/>
          </p:nvPr>
        </p:nvSpPr>
        <p:spPr/>
        <p:txBody>
          <a:bodyPr/>
          <a:lstStyle/>
          <a:p>
            <a:r>
              <a:rPr lang="en-US" dirty="0"/>
              <a:t>Code Composer Studio 12.0.0.00009 [</a:t>
            </a:r>
            <a:r>
              <a:rPr lang="en-US" dirty="0">
                <a:hlinkClick r:id="rId2"/>
              </a:rPr>
              <a:t>link</a:t>
            </a:r>
            <a:r>
              <a:rPr lang="en-US" dirty="0"/>
              <a:t>]</a:t>
            </a:r>
          </a:p>
          <a:p>
            <a:r>
              <a:rPr lang="en-US" dirty="0"/>
              <a:t>MCU+ SDK for AM243x 8.3.0.18 [</a:t>
            </a:r>
            <a:r>
              <a:rPr lang="en-US" dirty="0">
                <a:hlinkClick r:id="rId3"/>
              </a:rPr>
              <a:t>link</a:t>
            </a:r>
            <a:r>
              <a:rPr lang="en-US" dirty="0"/>
              <a:t>]</a:t>
            </a:r>
          </a:p>
          <a:p>
            <a:r>
              <a:rPr lang="en-US" dirty="0" err="1"/>
              <a:t>SysConfig</a:t>
            </a:r>
            <a:r>
              <a:rPr lang="en-US" dirty="0"/>
              <a:t> 1.13.0 [</a:t>
            </a:r>
            <a:r>
              <a:rPr lang="en-US" dirty="0">
                <a:hlinkClick r:id="rId4"/>
              </a:rPr>
              <a:t>link</a:t>
            </a:r>
            <a:r>
              <a:rPr lang="en-US" dirty="0"/>
              <a:t>]</a:t>
            </a:r>
          </a:p>
          <a:p>
            <a:r>
              <a:rPr lang="en-US" dirty="0"/>
              <a:t>PRU compiler TI v2.3.2 within CCS [see instruction on next PPT]</a:t>
            </a:r>
          </a:p>
          <a:p>
            <a:endParaRPr lang="en-US" dirty="0"/>
          </a:p>
        </p:txBody>
      </p:sp>
      <p:sp>
        <p:nvSpPr>
          <p:cNvPr id="4" name="Slide Number Placeholder 3">
            <a:extLst>
              <a:ext uri="{FF2B5EF4-FFF2-40B4-BE49-F238E27FC236}">
                <a16:creationId xmlns:a16="http://schemas.microsoft.com/office/drawing/2014/main" id="{FB53D64A-18FB-47A0-9424-BBFC5CF41533}"/>
              </a:ext>
            </a:extLst>
          </p:cNvPr>
          <p:cNvSpPr>
            <a:spLocks noGrp="1"/>
          </p:cNvSpPr>
          <p:nvPr>
            <p:ph type="sldNum" sz="quarter" idx="10"/>
          </p:nvPr>
        </p:nvSpPr>
        <p:spPr/>
        <p:txBody>
          <a:bodyPr/>
          <a:lstStyle/>
          <a:p>
            <a:pPr>
              <a:defRPr/>
            </a:pPr>
            <a:fld id="{03BA23CF-AA30-4A18-B744-605C3E9DBF07}" type="slidenum">
              <a:rPr lang="en-US" smtClean="0"/>
              <a:pPr>
                <a:defRPr/>
              </a:pPr>
              <a:t>2</a:t>
            </a:fld>
            <a:endParaRPr lang="en-US"/>
          </a:p>
        </p:txBody>
      </p:sp>
    </p:spTree>
    <p:extLst>
      <p:ext uri="{BB962C8B-B14F-4D97-AF65-F5344CB8AC3E}">
        <p14:creationId xmlns:p14="http://schemas.microsoft.com/office/powerpoint/2010/main" val="2219676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6EEFD-D4B8-43B2-8576-15D974837979}"/>
              </a:ext>
            </a:extLst>
          </p:cNvPr>
          <p:cNvSpPr>
            <a:spLocks noGrp="1"/>
          </p:cNvSpPr>
          <p:nvPr>
            <p:ph type="title"/>
          </p:nvPr>
        </p:nvSpPr>
        <p:spPr/>
        <p:txBody>
          <a:bodyPr/>
          <a:lstStyle/>
          <a:p>
            <a:r>
              <a:rPr lang="en-US" dirty="0"/>
              <a:t>PRU compiler installation</a:t>
            </a:r>
          </a:p>
        </p:txBody>
      </p:sp>
      <p:sp>
        <p:nvSpPr>
          <p:cNvPr id="3" name="Content Placeholder 2">
            <a:extLst>
              <a:ext uri="{FF2B5EF4-FFF2-40B4-BE49-F238E27FC236}">
                <a16:creationId xmlns:a16="http://schemas.microsoft.com/office/drawing/2014/main" id="{6C88B88D-5B63-4BB4-A97D-0189A24E39F0}"/>
              </a:ext>
            </a:extLst>
          </p:cNvPr>
          <p:cNvSpPr>
            <a:spLocks noGrp="1"/>
          </p:cNvSpPr>
          <p:nvPr>
            <p:ph idx="1"/>
          </p:nvPr>
        </p:nvSpPr>
        <p:spPr>
          <a:xfrm>
            <a:off x="333378" y="786357"/>
            <a:ext cx="2980463" cy="3709449"/>
          </a:xfrm>
        </p:spPr>
        <p:txBody>
          <a:bodyPr/>
          <a:lstStyle/>
          <a:p>
            <a:r>
              <a:rPr lang="en-US" dirty="0"/>
              <a:t>Install PRU compiler within CCS.</a:t>
            </a:r>
          </a:p>
          <a:p>
            <a:r>
              <a:rPr lang="en-US" dirty="0"/>
              <a:t>Select View-&gt;App Center</a:t>
            </a:r>
          </a:p>
          <a:p>
            <a:r>
              <a:rPr lang="en-US" dirty="0"/>
              <a:t>Enter </a:t>
            </a:r>
            <a:r>
              <a:rPr lang="en-US" dirty="0" err="1"/>
              <a:t>pru</a:t>
            </a:r>
            <a:r>
              <a:rPr lang="en-US" dirty="0"/>
              <a:t> in the search window</a:t>
            </a:r>
          </a:p>
          <a:p>
            <a:r>
              <a:rPr lang="en-US" dirty="0"/>
              <a:t>Select PRU Compiler checkbox.</a:t>
            </a:r>
          </a:p>
          <a:p>
            <a:r>
              <a:rPr lang="en-US" dirty="0"/>
              <a:t>Press Install Software and follow the installation procedure</a:t>
            </a:r>
          </a:p>
          <a:p>
            <a:r>
              <a:rPr lang="en-US" dirty="0"/>
              <a:t>Restart CCS when asked.</a:t>
            </a:r>
          </a:p>
        </p:txBody>
      </p:sp>
      <p:sp>
        <p:nvSpPr>
          <p:cNvPr id="4" name="Slide Number Placeholder 3">
            <a:extLst>
              <a:ext uri="{FF2B5EF4-FFF2-40B4-BE49-F238E27FC236}">
                <a16:creationId xmlns:a16="http://schemas.microsoft.com/office/drawing/2014/main" id="{DE109826-E188-4CD6-8122-4E9E680AE415}"/>
              </a:ext>
            </a:extLst>
          </p:cNvPr>
          <p:cNvSpPr>
            <a:spLocks noGrp="1"/>
          </p:cNvSpPr>
          <p:nvPr>
            <p:ph type="sldNum" sz="quarter" idx="10"/>
          </p:nvPr>
        </p:nvSpPr>
        <p:spPr/>
        <p:txBody>
          <a:bodyPr/>
          <a:lstStyle/>
          <a:p>
            <a:pPr>
              <a:defRPr/>
            </a:pPr>
            <a:fld id="{2B97888F-6AF7-4263-B69D-592D8C33BAC7}" type="slidenum">
              <a:rPr lang="en-US" smtClean="0"/>
              <a:pPr>
                <a:defRPr/>
              </a:pPr>
              <a:t>3</a:t>
            </a:fld>
            <a:endParaRPr lang="en-US"/>
          </a:p>
        </p:txBody>
      </p:sp>
      <p:pic>
        <p:nvPicPr>
          <p:cNvPr id="5" name="Picture 4">
            <a:extLst>
              <a:ext uri="{FF2B5EF4-FFF2-40B4-BE49-F238E27FC236}">
                <a16:creationId xmlns:a16="http://schemas.microsoft.com/office/drawing/2014/main" id="{B05D798D-B107-42A2-8375-253CD5965C68}"/>
              </a:ext>
            </a:extLst>
          </p:cNvPr>
          <p:cNvPicPr>
            <a:picLocks noChangeAspect="1"/>
          </p:cNvPicPr>
          <p:nvPr/>
        </p:nvPicPr>
        <p:blipFill>
          <a:blip r:embed="rId2"/>
          <a:stretch>
            <a:fillRect/>
          </a:stretch>
        </p:blipFill>
        <p:spPr>
          <a:xfrm>
            <a:off x="4404050" y="924210"/>
            <a:ext cx="3798136" cy="2571750"/>
          </a:xfrm>
          <a:prstGeom prst="rect">
            <a:avLst/>
          </a:prstGeom>
        </p:spPr>
      </p:pic>
    </p:spTree>
    <p:extLst>
      <p:ext uri="{BB962C8B-B14F-4D97-AF65-F5344CB8AC3E}">
        <p14:creationId xmlns:p14="http://schemas.microsoft.com/office/powerpoint/2010/main" val="1028452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8F9A9-DEE2-4FF1-B27F-62D8F35E8142}"/>
              </a:ext>
            </a:extLst>
          </p:cNvPr>
          <p:cNvSpPr>
            <a:spLocks noGrp="1"/>
          </p:cNvSpPr>
          <p:nvPr>
            <p:ph type="title"/>
          </p:nvPr>
        </p:nvSpPr>
        <p:spPr/>
        <p:txBody>
          <a:bodyPr/>
          <a:lstStyle/>
          <a:p>
            <a:r>
              <a:rPr lang="en-US" dirty="0"/>
              <a:t>Import the projects to CCS</a:t>
            </a:r>
          </a:p>
        </p:txBody>
      </p:sp>
      <p:sp>
        <p:nvSpPr>
          <p:cNvPr id="3" name="Content Placeholder 2">
            <a:extLst>
              <a:ext uri="{FF2B5EF4-FFF2-40B4-BE49-F238E27FC236}">
                <a16:creationId xmlns:a16="http://schemas.microsoft.com/office/drawing/2014/main" id="{1D16139E-DB4C-4F72-955B-6EB050C6716F}"/>
              </a:ext>
            </a:extLst>
          </p:cNvPr>
          <p:cNvSpPr>
            <a:spLocks noGrp="1"/>
          </p:cNvSpPr>
          <p:nvPr>
            <p:ph idx="1"/>
          </p:nvPr>
        </p:nvSpPr>
        <p:spPr>
          <a:xfrm>
            <a:off x="333379" y="786357"/>
            <a:ext cx="4658008" cy="3709449"/>
          </a:xfrm>
        </p:spPr>
        <p:txBody>
          <a:bodyPr/>
          <a:lstStyle/>
          <a:p>
            <a:r>
              <a:rPr lang="en-US" dirty="0"/>
              <a:t>Extract the SORTE_G projects onto your hard disk.</a:t>
            </a:r>
          </a:p>
          <a:p>
            <a:pPr lvl="1"/>
            <a:r>
              <a:rPr lang="en-US" dirty="0"/>
              <a:t>Best practice: Use a path that has no “white spaces” in any name or subdirectories.</a:t>
            </a:r>
          </a:p>
          <a:p>
            <a:pPr lvl="1"/>
            <a:r>
              <a:rPr lang="en-US" dirty="0"/>
              <a:t>E.g. C:\ti\industrial-automation-lab\Protocols\SORTE_G</a:t>
            </a:r>
          </a:p>
          <a:p>
            <a:r>
              <a:rPr lang="en-US" dirty="0"/>
              <a:t>Import the three projects into CCS</a:t>
            </a:r>
          </a:p>
        </p:txBody>
      </p:sp>
      <p:sp>
        <p:nvSpPr>
          <p:cNvPr id="4" name="Slide Number Placeholder 3">
            <a:extLst>
              <a:ext uri="{FF2B5EF4-FFF2-40B4-BE49-F238E27FC236}">
                <a16:creationId xmlns:a16="http://schemas.microsoft.com/office/drawing/2014/main" id="{4E113F51-7F42-4C1B-B3B1-AC7C0E101DA0}"/>
              </a:ext>
            </a:extLst>
          </p:cNvPr>
          <p:cNvSpPr>
            <a:spLocks noGrp="1"/>
          </p:cNvSpPr>
          <p:nvPr>
            <p:ph type="sldNum" sz="quarter" idx="10"/>
          </p:nvPr>
        </p:nvSpPr>
        <p:spPr/>
        <p:txBody>
          <a:bodyPr/>
          <a:lstStyle/>
          <a:p>
            <a:pPr>
              <a:defRPr/>
            </a:pPr>
            <a:fld id="{2B97888F-6AF7-4263-B69D-592D8C33BAC7}" type="slidenum">
              <a:rPr lang="en-US" smtClean="0"/>
              <a:pPr>
                <a:defRPr/>
              </a:pPr>
              <a:t>4</a:t>
            </a:fld>
            <a:endParaRPr lang="en-US"/>
          </a:p>
        </p:txBody>
      </p:sp>
      <p:pic>
        <p:nvPicPr>
          <p:cNvPr id="5" name="Picture 4">
            <a:extLst>
              <a:ext uri="{FF2B5EF4-FFF2-40B4-BE49-F238E27FC236}">
                <a16:creationId xmlns:a16="http://schemas.microsoft.com/office/drawing/2014/main" id="{0B923554-2071-45AB-833D-DC64EFB392DE}"/>
              </a:ext>
            </a:extLst>
          </p:cNvPr>
          <p:cNvPicPr>
            <a:picLocks noChangeAspect="1"/>
          </p:cNvPicPr>
          <p:nvPr/>
        </p:nvPicPr>
        <p:blipFill>
          <a:blip r:embed="rId2"/>
          <a:stretch>
            <a:fillRect/>
          </a:stretch>
        </p:blipFill>
        <p:spPr>
          <a:xfrm>
            <a:off x="5150184" y="2559008"/>
            <a:ext cx="3140627" cy="397548"/>
          </a:xfrm>
          <a:prstGeom prst="rect">
            <a:avLst/>
          </a:prstGeom>
        </p:spPr>
      </p:pic>
      <p:pic>
        <p:nvPicPr>
          <p:cNvPr id="6" name="Picture 5">
            <a:extLst>
              <a:ext uri="{FF2B5EF4-FFF2-40B4-BE49-F238E27FC236}">
                <a16:creationId xmlns:a16="http://schemas.microsoft.com/office/drawing/2014/main" id="{5229DA91-57BC-41DC-A1A3-AA12E2648F70}"/>
              </a:ext>
            </a:extLst>
          </p:cNvPr>
          <p:cNvPicPr>
            <a:picLocks noChangeAspect="1"/>
          </p:cNvPicPr>
          <p:nvPr/>
        </p:nvPicPr>
        <p:blipFill>
          <a:blip r:embed="rId3"/>
          <a:stretch>
            <a:fillRect/>
          </a:stretch>
        </p:blipFill>
        <p:spPr>
          <a:xfrm>
            <a:off x="5253715" y="913784"/>
            <a:ext cx="3140627" cy="1197100"/>
          </a:xfrm>
          <a:prstGeom prst="rect">
            <a:avLst/>
          </a:prstGeom>
        </p:spPr>
      </p:pic>
    </p:spTree>
    <p:extLst>
      <p:ext uri="{BB962C8B-B14F-4D97-AF65-F5344CB8AC3E}">
        <p14:creationId xmlns:p14="http://schemas.microsoft.com/office/powerpoint/2010/main" val="251820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8937-B73E-4E55-89ED-E6FD38CACC01}"/>
              </a:ext>
            </a:extLst>
          </p:cNvPr>
          <p:cNvSpPr>
            <a:spLocks noGrp="1"/>
          </p:cNvSpPr>
          <p:nvPr>
            <p:ph type="title"/>
          </p:nvPr>
        </p:nvSpPr>
        <p:spPr/>
        <p:txBody>
          <a:bodyPr/>
          <a:lstStyle/>
          <a:p>
            <a:r>
              <a:rPr lang="en-US" dirty="0"/>
              <a:t>SORTE_G device and SORTE_G master</a:t>
            </a:r>
          </a:p>
        </p:txBody>
      </p:sp>
      <p:sp>
        <p:nvSpPr>
          <p:cNvPr id="3" name="Content Placeholder 2">
            <a:extLst>
              <a:ext uri="{FF2B5EF4-FFF2-40B4-BE49-F238E27FC236}">
                <a16:creationId xmlns:a16="http://schemas.microsoft.com/office/drawing/2014/main" id="{4CA986AC-24E9-4895-9584-9626A4221D11}"/>
              </a:ext>
            </a:extLst>
          </p:cNvPr>
          <p:cNvSpPr>
            <a:spLocks noGrp="1"/>
          </p:cNvSpPr>
          <p:nvPr>
            <p:ph idx="1"/>
          </p:nvPr>
        </p:nvSpPr>
        <p:spPr>
          <a:xfrm>
            <a:off x="333378" y="786357"/>
            <a:ext cx="4135494" cy="3709449"/>
          </a:xfrm>
        </p:spPr>
        <p:txBody>
          <a:bodyPr>
            <a:normAutofit fontScale="92500" lnSpcReduction="20000"/>
          </a:bodyPr>
          <a:lstStyle/>
          <a:p>
            <a:r>
              <a:rPr lang="en-US" dirty="0"/>
              <a:t>Configure the SORTE_G arm folder. This will copy the PRU c-header files to the ARM project, after successful compilation</a:t>
            </a:r>
          </a:p>
          <a:p>
            <a:r>
              <a:rPr lang="en-US" dirty="0"/>
              <a:t>Open project properties, Build, Steps</a:t>
            </a:r>
          </a:p>
          <a:p>
            <a:pPr lvl="1"/>
            <a:r>
              <a:rPr lang="en-US" dirty="0"/>
              <a:t>Set the path correct path to the ARM base project.</a:t>
            </a:r>
          </a:p>
          <a:p>
            <a:r>
              <a:rPr lang="en-US" dirty="0"/>
              <a:t>Do this for the SORTE_G device and for the SORTE_G master projects individually.</a:t>
            </a:r>
          </a:p>
          <a:p>
            <a:r>
              <a:rPr lang="en-US" dirty="0"/>
              <a:t>Alternative, you can also copy the PRU firmware files manually from the SORTE_G device and SORTE_G master Debug folder into the SORTE_G </a:t>
            </a:r>
            <a:r>
              <a:rPr lang="en-US"/>
              <a:t>ARM243x ARM folder</a:t>
            </a:r>
            <a:endParaRPr lang="en-US" dirty="0"/>
          </a:p>
        </p:txBody>
      </p:sp>
      <p:sp>
        <p:nvSpPr>
          <p:cNvPr id="4" name="Slide Number Placeholder 3">
            <a:extLst>
              <a:ext uri="{FF2B5EF4-FFF2-40B4-BE49-F238E27FC236}">
                <a16:creationId xmlns:a16="http://schemas.microsoft.com/office/drawing/2014/main" id="{DAB71B6D-5DF5-4FEB-B000-B98BF26F6DA6}"/>
              </a:ext>
            </a:extLst>
          </p:cNvPr>
          <p:cNvSpPr>
            <a:spLocks noGrp="1"/>
          </p:cNvSpPr>
          <p:nvPr>
            <p:ph type="sldNum" sz="quarter" idx="10"/>
          </p:nvPr>
        </p:nvSpPr>
        <p:spPr/>
        <p:txBody>
          <a:bodyPr/>
          <a:lstStyle/>
          <a:p>
            <a:pPr>
              <a:defRPr/>
            </a:pPr>
            <a:fld id="{2B97888F-6AF7-4263-B69D-592D8C33BAC7}" type="slidenum">
              <a:rPr lang="en-US" smtClean="0"/>
              <a:pPr>
                <a:defRPr/>
              </a:pPr>
              <a:t>5</a:t>
            </a:fld>
            <a:endParaRPr lang="en-US"/>
          </a:p>
        </p:txBody>
      </p:sp>
      <p:pic>
        <p:nvPicPr>
          <p:cNvPr id="5" name="Picture 4">
            <a:extLst>
              <a:ext uri="{FF2B5EF4-FFF2-40B4-BE49-F238E27FC236}">
                <a16:creationId xmlns:a16="http://schemas.microsoft.com/office/drawing/2014/main" id="{67704F6C-3E9F-414A-8247-CA97B8EBF034}"/>
              </a:ext>
            </a:extLst>
          </p:cNvPr>
          <p:cNvPicPr>
            <a:picLocks noChangeAspect="1"/>
          </p:cNvPicPr>
          <p:nvPr/>
        </p:nvPicPr>
        <p:blipFill rotWithShape="1">
          <a:blip r:embed="rId2"/>
          <a:srcRect l="1262" t="6064" r="-1262" b="27340"/>
          <a:stretch/>
        </p:blipFill>
        <p:spPr>
          <a:xfrm>
            <a:off x="4681167" y="717954"/>
            <a:ext cx="4231058" cy="2071438"/>
          </a:xfrm>
          <a:prstGeom prst="rect">
            <a:avLst/>
          </a:prstGeom>
        </p:spPr>
      </p:pic>
      <p:pic>
        <p:nvPicPr>
          <p:cNvPr id="6" name="Picture 5">
            <a:extLst>
              <a:ext uri="{FF2B5EF4-FFF2-40B4-BE49-F238E27FC236}">
                <a16:creationId xmlns:a16="http://schemas.microsoft.com/office/drawing/2014/main" id="{A39F9C0C-844E-4A84-BD81-8F346F7EE912}"/>
              </a:ext>
            </a:extLst>
          </p:cNvPr>
          <p:cNvPicPr>
            <a:picLocks noChangeAspect="1"/>
          </p:cNvPicPr>
          <p:nvPr/>
        </p:nvPicPr>
        <p:blipFill rotWithShape="1">
          <a:blip r:embed="rId3"/>
          <a:srcRect b="32699"/>
          <a:stretch/>
        </p:blipFill>
        <p:spPr>
          <a:xfrm>
            <a:off x="4919991" y="2974214"/>
            <a:ext cx="2099292" cy="1623360"/>
          </a:xfrm>
          <a:prstGeom prst="rect">
            <a:avLst/>
          </a:prstGeom>
        </p:spPr>
      </p:pic>
    </p:spTree>
    <p:extLst>
      <p:ext uri="{BB962C8B-B14F-4D97-AF65-F5344CB8AC3E}">
        <p14:creationId xmlns:p14="http://schemas.microsoft.com/office/powerpoint/2010/main" val="4712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F9A8F-BE25-4C2A-9A6B-65A7B560D9E7}"/>
              </a:ext>
            </a:extLst>
          </p:cNvPr>
          <p:cNvSpPr>
            <a:spLocks noGrp="1"/>
          </p:cNvSpPr>
          <p:nvPr>
            <p:ph type="title"/>
          </p:nvPr>
        </p:nvSpPr>
        <p:spPr/>
        <p:txBody>
          <a:bodyPr/>
          <a:lstStyle/>
          <a:p>
            <a:r>
              <a:rPr lang="en-US" dirty="0"/>
              <a:t>SORTE_G device</a:t>
            </a:r>
          </a:p>
        </p:txBody>
      </p:sp>
      <p:sp>
        <p:nvSpPr>
          <p:cNvPr id="3" name="Content Placeholder 2">
            <a:extLst>
              <a:ext uri="{FF2B5EF4-FFF2-40B4-BE49-F238E27FC236}">
                <a16:creationId xmlns:a16="http://schemas.microsoft.com/office/drawing/2014/main" id="{537C8438-AB1B-4E5B-A3B2-D1AA481984EB}"/>
              </a:ext>
            </a:extLst>
          </p:cNvPr>
          <p:cNvSpPr>
            <a:spLocks noGrp="1"/>
          </p:cNvSpPr>
          <p:nvPr>
            <p:ph idx="1"/>
          </p:nvPr>
        </p:nvSpPr>
        <p:spPr>
          <a:xfrm>
            <a:off x="333378" y="786357"/>
            <a:ext cx="4747386" cy="3709449"/>
          </a:xfrm>
        </p:spPr>
        <p:txBody>
          <a:bodyPr>
            <a:normAutofit fontScale="92500" lnSpcReduction="20000"/>
          </a:bodyPr>
          <a:lstStyle/>
          <a:p>
            <a:r>
              <a:rPr lang="en-US" dirty="0"/>
              <a:t>SORTE_G device source code uses the same code base for PRU0 and PRU1. The source code contains individual PRU configuration by use of “</a:t>
            </a:r>
            <a:r>
              <a:rPr lang="en-US" b="1" dirty="0"/>
              <a:t>.if $defined (PRU0)” </a:t>
            </a:r>
            <a:r>
              <a:rPr lang="en-US" dirty="0"/>
              <a:t>and </a:t>
            </a:r>
            <a:r>
              <a:rPr lang="en-US" b="1" dirty="0"/>
              <a:t>“.else</a:t>
            </a:r>
            <a:r>
              <a:rPr lang="en-US" dirty="0"/>
              <a:t>”.</a:t>
            </a:r>
          </a:p>
          <a:p>
            <a:r>
              <a:rPr lang="en-US" dirty="0"/>
              <a:t>Therefore, the SORTE_G device code must be build for PRU0 and PRU1 by executing the following steps.</a:t>
            </a:r>
          </a:p>
          <a:p>
            <a:r>
              <a:rPr lang="en-US" dirty="0"/>
              <a:t>Right click project, select Build Configuration, Set Active, and PRU0</a:t>
            </a:r>
          </a:p>
          <a:p>
            <a:r>
              <a:rPr lang="en-US" dirty="0"/>
              <a:t>Rebuild project</a:t>
            </a:r>
          </a:p>
          <a:p>
            <a:r>
              <a:rPr lang="en-US" dirty="0"/>
              <a:t>Right click project, select Build Configuration, Set Active, and PRU1</a:t>
            </a:r>
          </a:p>
          <a:p>
            <a:r>
              <a:rPr lang="en-US" dirty="0"/>
              <a:t>Rebuild projects</a:t>
            </a:r>
          </a:p>
        </p:txBody>
      </p:sp>
      <p:sp>
        <p:nvSpPr>
          <p:cNvPr id="4" name="Slide Number Placeholder 3">
            <a:extLst>
              <a:ext uri="{FF2B5EF4-FFF2-40B4-BE49-F238E27FC236}">
                <a16:creationId xmlns:a16="http://schemas.microsoft.com/office/drawing/2014/main" id="{929E81A7-117A-4CEC-A749-F7FC30D52BC3}"/>
              </a:ext>
            </a:extLst>
          </p:cNvPr>
          <p:cNvSpPr>
            <a:spLocks noGrp="1"/>
          </p:cNvSpPr>
          <p:nvPr>
            <p:ph type="sldNum" sz="quarter" idx="10"/>
          </p:nvPr>
        </p:nvSpPr>
        <p:spPr/>
        <p:txBody>
          <a:bodyPr/>
          <a:lstStyle/>
          <a:p>
            <a:pPr>
              <a:defRPr/>
            </a:pPr>
            <a:fld id="{2B97888F-6AF7-4263-B69D-592D8C33BAC7}" type="slidenum">
              <a:rPr lang="en-US" smtClean="0"/>
              <a:pPr>
                <a:defRPr/>
              </a:pPr>
              <a:t>6</a:t>
            </a:fld>
            <a:endParaRPr lang="en-US"/>
          </a:p>
        </p:txBody>
      </p:sp>
      <p:pic>
        <p:nvPicPr>
          <p:cNvPr id="5" name="Picture 4">
            <a:extLst>
              <a:ext uri="{FF2B5EF4-FFF2-40B4-BE49-F238E27FC236}">
                <a16:creationId xmlns:a16="http://schemas.microsoft.com/office/drawing/2014/main" id="{FD9C0C64-D5E0-434E-8AFB-85BAF1538AE7}"/>
              </a:ext>
            </a:extLst>
          </p:cNvPr>
          <p:cNvPicPr>
            <a:picLocks noChangeAspect="1"/>
          </p:cNvPicPr>
          <p:nvPr/>
        </p:nvPicPr>
        <p:blipFill>
          <a:blip r:embed="rId2"/>
          <a:stretch>
            <a:fillRect/>
          </a:stretch>
        </p:blipFill>
        <p:spPr>
          <a:xfrm>
            <a:off x="5273267" y="628482"/>
            <a:ext cx="3527835" cy="3282043"/>
          </a:xfrm>
          <a:prstGeom prst="rect">
            <a:avLst/>
          </a:prstGeom>
        </p:spPr>
      </p:pic>
    </p:spTree>
    <p:extLst>
      <p:ext uri="{BB962C8B-B14F-4D97-AF65-F5344CB8AC3E}">
        <p14:creationId xmlns:p14="http://schemas.microsoft.com/office/powerpoint/2010/main" val="3969416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D077-954D-42BE-9753-1EE9A20CA7B9}"/>
              </a:ext>
            </a:extLst>
          </p:cNvPr>
          <p:cNvSpPr>
            <a:spLocks noGrp="1"/>
          </p:cNvSpPr>
          <p:nvPr>
            <p:ph type="title"/>
          </p:nvPr>
        </p:nvSpPr>
        <p:spPr/>
        <p:txBody>
          <a:bodyPr/>
          <a:lstStyle/>
          <a:p>
            <a:r>
              <a:rPr lang="en-US" dirty="0"/>
              <a:t>SORTE_G master</a:t>
            </a:r>
          </a:p>
        </p:txBody>
      </p:sp>
      <p:sp>
        <p:nvSpPr>
          <p:cNvPr id="3" name="Content Placeholder 2">
            <a:extLst>
              <a:ext uri="{FF2B5EF4-FFF2-40B4-BE49-F238E27FC236}">
                <a16:creationId xmlns:a16="http://schemas.microsoft.com/office/drawing/2014/main" id="{9F640D6F-9696-4837-8969-488A02A3FF57}"/>
              </a:ext>
            </a:extLst>
          </p:cNvPr>
          <p:cNvSpPr>
            <a:spLocks noGrp="1"/>
          </p:cNvSpPr>
          <p:nvPr>
            <p:ph idx="1"/>
          </p:nvPr>
        </p:nvSpPr>
        <p:spPr>
          <a:xfrm>
            <a:off x="333378" y="786357"/>
            <a:ext cx="4025491" cy="3709449"/>
          </a:xfrm>
        </p:spPr>
        <p:txBody>
          <a:bodyPr/>
          <a:lstStyle/>
          <a:p>
            <a:r>
              <a:rPr lang="en-US" dirty="0"/>
              <a:t>Rebuild project</a:t>
            </a:r>
          </a:p>
          <a:p>
            <a:endParaRPr lang="en-US" dirty="0"/>
          </a:p>
        </p:txBody>
      </p:sp>
      <p:sp>
        <p:nvSpPr>
          <p:cNvPr id="4" name="Slide Number Placeholder 3">
            <a:extLst>
              <a:ext uri="{FF2B5EF4-FFF2-40B4-BE49-F238E27FC236}">
                <a16:creationId xmlns:a16="http://schemas.microsoft.com/office/drawing/2014/main" id="{AC72186A-88EB-4EF2-907B-6810D013A5BB}"/>
              </a:ext>
            </a:extLst>
          </p:cNvPr>
          <p:cNvSpPr>
            <a:spLocks noGrp="1"/>
          </p:cNvSpPr>
          <p:nvPr>
            <p:ph type="sldNum" sz="quarter" idx="10"/>
          </p:nvPr>
        </p:nvSpPr>
        <p:spPr/>
        <p:txBody>
          <a:bodyPr/>
          <a:lstStyle/>
          <a:p>
            <a:pPr>
              <a:defRPr/>
            </a:pPr>
            <a:fld id="{2B97888F-6AF7-4263-B69D-592D8C33BAC7}" type="slidenum">
              <a:rPr lang="en-US" smtClean="0"/>
              <a:pPr>
                <a:defRPr/>
              </a:pPr>
              <a:t>7</a:t>
            </a:fld>
            <a:endParaRPr lang="en-US"/>
          </a:p>
        </p:txBody>
      </p:sp>
      <p:pic>
        <p:nvPicPr>
          <p:cNvPr id="5" name="Picture 4">
            <a:extLst>
              <a:ext uri="{FF2B5EF4-FFF2-40B4-BE49-F238E27FC236}">
                <a16:creationId xmlns:a16="http://schemas.microsoft.com/office/drawing/2014/main" id="{4C563706-08B8-48E9-B2B7-F65A7EA77D14}"/>
              </a:ext>
            </a:extLst>
          </p:cNvPr>
          <p:cNvPicPr>
            <a:picLocks noChangeAspect="1"/>
          </p:cNvPicPr>
          <p:nvPr/>
        </p:nvPicPr>
        <p:blipFill>
          <a:blip r:embed="rId2"/>
          <a:stretch>
            <a:fillRect/>
          </a:stretch>
        </p:blipFill>
        <p:spPr>
          <a:xfrm>
            <a:off x="5733955" y="1065654"/>
            <a:ext cx="2262815" cy="2533716"/>
          </a:xfrm>
          <a:prstGeom prst="rect">
            <a:avLst/>
          </a:prstGeom>
        </p:spPr>
      </p:pic>
    </p:spTree>
    <p:extLst>
      <p:ext uri="{BB962C8B-B14F-4D97-AF65-F5344CB8AC3E}">
        <p14:creationId xmlns:p14="http://schemas.microsoft.com/office/powerpoint/2010/main" val="3676906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1F5AF-B2E0-4705-8D43-5D2757065160}"/>
              </a:ext>
            </a:extLst>
          </p:cNvPr>
          <p:cNvSpPr>
            <a:spLocks noGrp="1"/>
          </p:cNvSpPr>
          <p:nvPr>
            <p:ph type="title"/>
          </p:nvPr>
        </p:nvSpPr>
        <p:spPr/>
        <p:txBody>
          <a:bodyPr/>
          <a:lstStyle/>
          <a:p>
            <a:r>
              <a:rPr lang="en-US" dirty="0"/>
              <a:t>SORTE_G AM243x ARM R5F project</a:t>
            </a:r>
          </a:p>
        </p:txBody>
      </p:sp>
      <p:sp>
        <p:nvSpPr>
          <p:cNvPr id="3" name="Content Placeholder 2">
            <a:extLst>
              <a:ext uri="{FF2B5EF4-FFF2-40B4-BE49-F238E27FC236}">
                <a16:creationId xmlns:a16="http://schemas.microsoft.com/office/drawing/2014/main" id="{8B4C8D3E-0925-4C9B-9686-B3E301297D9B}"/>
              </a:ext>
            </a:extLst>
          </p:cNvPr>
          <p:cNvSpPr>
            <a:spLocks noGrp="1"/>
          </p:cNvSpPr>
          <p:nvPr>
            <p:ph idx="1"/>
          </p:nvPr>
        </p:nvSpPr>
        <p:spPr>
          <a:xfrm>
            <a:off x="333379" y="786357"/>
            <a:ext cx="3867362" cy="3709449"/>
          </a:xfrm>
        </p:spPr>
        <p:txBody>
          <a:bodyPr/>
          <a:lstStyle/>
          <a:p>
            <a:r>
              <a:rPr lang="en-US" dirty="0"/>
              <a:t>Check the </a:t>
            </a:r>
            <a:r>
              <a:rPr lang="en-US" dirty="0" err="1"/>
              <a:t>SysConfig</a:t>
            </a:r>
            <a:r>
              <a:rPr lang="en-US" dirty="0"/>
              <a:t> and MCU+ SDK for AM243x version within project properties, General.</a:t>
            </a:r>
          </a:p>
          <a:p>
            <a:r>
              <a:rPr lang="en-US" dirty="0"/>
              <a:t>Re-build the project</a:t>
            </a:r>
          </a:p>
        </p:txBody>
      </p:sp>
      <p:sp>
        <p:nvSpPr>
          <p:cNvPr id="4" name="Slide Number Placeholder 3">
            <a:extLst>
              <a:ext uri="{FF2B5EF4-FFF2-40B4-BE49-F238E27FC236}">
                <a16:creationId xmlns:a16="http://schemas.microsoft.com/office/drawing/2014/main" id="{6D0A52DA-1F35-47CD-AA57-2D1DE5D23532}"/>
              </a:ext>
            </a:extLst>
          </p:cNvPr>
          <p:cNvSpPr>
            <a:spLocks noGrp="1"/>
          </p:cNvSpPr>
          <p:nvPr>
            <p:ph type="sldNum" sz="quarter" idx="10"/>
          </p:nvPr>
        </p:nvSpPr>
        <p:spPr/>
        <p:txBody>
          <a:bodyPr/>
          <a:lstStyle/>
          <a:p>
            <a:pPr>
              <a:defRPr/>
            </a:pPr>
            <a:fld id="{2B97888F-6AF7-4263-B69D-592D8C33BAC7}" type="slidenum">
              <a:rPr lang="en-US" smtClean="0"/>
              <a:pPr>
                <a:defRPr/>
              </a:pPr>
              <a:t>8</a:t>
            </a:fld>
            <a:endParaRPr lang="en-US"/>
          </a:p>
        </p:txBody>
      </p:sp>
      <p:pic>
        <p:nvPicPr>
          <p:cNvPr id="5" name="Picture 4">
            <a:extLst>
              <a:ext uri="{FF2B5EF4-FFF2-40B4-BE49-F238E27FC236}">
                <a16:creationId xmlns:a16="http://schemas.microsoft.com/office/drawing/2014/main" id="{C521967F-E76F-4AF4-8C74-3EECCA5AC8CF}"/>
              </a:ext>
            </a:extLst>
          </p:cNvPr>
          <p:cNvPicPr>
            <a:picLocks noChangeAspect="1"/>
          </p:cNvPicPr>
          <p:nvPr/>
        </p:nvPicPr>
        <p:blipFill>
          <a:blip r:embed="rId2"/>
          <a:stretch>
            <a:fillRect/>
          </a:stretch>
        </p:blipFill>
        <p:spPr>
          <a:xfrm>
            <a:off x="4389708" y="2641081"/>
            <a:ext cx="3097371" cy="1586977"/>
          </a:xfrm>
          <a:prstGeom prst="rect">
            <a:avLst/>
          </a:prstGeom>
        </p:spPr>
      </p:pic>
      <p:pic>
        <p:nvPicPr>
          <p:cNvPr id="7" name="Picture 6">
            <a:extLst>
              <a:ext uri="{FF2B5EF4-FFF2-40B4-BE49-F238E27FC236}">
                <a16:creationId xmlns:a16="http://schemas.microsoft.com/office/drawing/2014/main" id="{4CC20593-2D65-42B0-8E4F-AC75245534A2}"/>
              </a:ext>
            </a:extLst>
          </p:cNvPr>
          <p:cNvPicPr>
            <a:picLocks noChangeAspect="1"/>
          </p:cNvPicPr>
          <p:nvPr/>
        </p:nvPicPr>
        <p:blipFill rotWithShape="1">
          <a:blip r:embed="rId3"/>
          <a:srcRect r="46592"/>
          <a:stretch/>
        </p:blipFill>
        <p:spPr>
          <a:xfrm>
            <a:off x="4389709" y="786357"/>
            <a:ext cx="2824253" cy="1716062"/>
          </a:xfrm>
          <a:prstGeom prst="rect">
            <a:avLst/>
          </a:prstGeom>
        </p:spPr>
      </p:pic>
    </p:spTree>
    <p:extLst>
      <p:ext uri="{BB962C8B-B14F-4D97-AF65-F5344CB8AC3E}">
        <p14:creationId xmlns:p14="http://schemas.microsoft.com/office/powerpoint/2010/main" val="613311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39C4-9DA9-47AC-AE23-9CB8FFD9F594}"/>
              </a:ext>
            </a:extLst>
          </p:cNvPr>
          <p:cNvSpPr>
            <a:spLocks noGrp="1"/>
          </p:cNvSpPr>
          <p:nvPr>
            <p:ph type="title"/>
          </p:nvPr>
        </p:nvSpPr>
        <p:spPr/>
        <p:txBody>
          <a:bodyPr/>
          <a:lstStyle/>
          <a:p>
            <a:r>
              <a:rPr lang="en-US" dirty="0"/>
              <a:t>Flashing SORTE_G to AM243x_LP</a:t>
            </a:r>
          </a:p>
        </p:txBody>
      </p:sp>
      <p:sp>
        <p:nvSpPr>
          <p:cNvPr id="3" name="Content Placeholder 2">
            <a:extLst>
              <a:ext uri="{FF2B5EF4-FFF2-40B4-BE49-F238E27FC236}">
                <a16:creationId xmlns:a16="http://schemas.microsoft.com/office/drawing/2014/main" id="{59F4BEA4-AC58-4506-92E4-86F7D2462F29}"/>
              </a:ext>
            </a:extLst>
          </p:cNvPr>
          <p:cNvSpPr>
            <a:spLocks noGrp="1"/>
          </p:cNvSpPr>
          <p:nvPr>
            <p:ph idx="1"/>
          </p:nvPr>
        </p:nvSpPr>
        <p:spPr/>
        <p:txBody>
          <a:bodyPr>
            <a:normAutofit fontScale="85000" lnSpcReduction="20000"/>
          </a:bodyPr>
          <a:lstStyle/>
          <a:p>
            <a:pPr marL="0" indent="0">
              <a:buNone/>
            </a:pPr>
            <a:r>
              <a:rPr lang="en-US" dirty="0"/>
              <a:t>Flashing SORTE_G demo on the AM243x Launch Pads:</a:t>
            </a:r>
          </a:p>
          <a:p>
            <a:pPr marL="342900" indent="-342900">
              <a:buAutoNum type="arabicPeriod"/>
            </a:pPr>
            <a:r>
              <a:rPr lang="en-US" dirty="0"/>
              <a:t>Flash SOC Initialization Binary as described here (I am not sure if this step is really needed for the demo, but it is needed if we want to access the device with CCS).</a:t>
            </a:r>
            <a:br>
              <a:rPr lang="en-US" dirty="0"/>
            </a:br>
            <a:r>
              <a:rPr lang="en-US" u="sng" dirty="0">
                <a:hlinkClick r:id="rId2"/>
              </a:rPr>
              <a:t>https://software-dl.ti.com/mcu-plus-sdk/esd/AM243X/08_05_00_24/exports/docs/api_guide_am243x/EVM_SETUP_PAGE.html#EVM_FLASH_SOC_INIT</a:t>
            </a:r>
            <a:endParaRPr lang="en-US" u="sng" dirty="0"/>
          </a:p>
          <a:p>
            <a:pPr marL="342900" indent="-342900">
              <a:buAutoNum type="arabicPeriod"/>
            </a:pPr>
            <a:r>
              <a:rPr lang="en-US" dirty="0"/>
              <a:t>Flash the SORTE_G binary as described here. Please adopt the script/sequence so that it flashes the provided SORTE_G binary. There is only a single binary for controller and device. Controller or device function is selected via a jumper (see step 4)</a:t>
            </a:r>
            <a:br>
              <a:rPr lang="en-US" dirty="0"/>
            </a:br>
            <a:r>
              <a:rPr lang="en-US" u="sng" dirty="0">
                <a:hlinkClick r:id="rId3"/>
              </a:rPr>
              <a:t>https://software-dl.ti.com/mcu-plus-sdk/esd/AM243X/08_05_00_24/exports/docs/api_guide_am243x/TOOLS_FLASH.html#TOOLS_FLASH_UART_UNIFLASH</a:t>
            </a:r>
            <a:endParaRPr lang="en-US" u="sng" dirty="0"/>
          </a:p>
          <a:p>
            <a:pPr marL="342900" indent="-342900">
              <a:buAutoNum type="arabicPeriod"/>
            </a:pPr>
            <a:r>
              <a:rPr lang="en-US" dirty="0"/>
              <a:t>After the flash process, re-configure the </a:t>
            </a:r>
            <a:r>
              <a:rPr lang="en-US" dirty="0" err="1"/>
              <a:t>bootmode</a:t>
            </a:r>
            <a:r>
              <a:rPr lang="en-US" dirty="0"/>
              <a:t> switches. Once the application starts, there are SORTE_G specific UART outputs on serial console.</a:t>
            </a:r>
            <a:br>
              <a:rPr lang="en-US" dirty="0"/>
            </a:br>
            <a:r>
              <a:rPr lang="en-US" u="sng" dirty="0">
                <a:hlinkClick r:id="rId4"/>
              </a:rPr>
              <a:t>https://software-dl.ti.com/mcu-plus-sdk/esd/AM243X/08_05_00_24/exports/docs/api_guide_am243x/GETTING_STARTED_FLASH.html#autotoc_md49</a:t>
            </a:r>
            <a:br>
              <a:rPr lang="en-US" dirty="0"/>
            </a:br>
            <a:r>
              <a:rPr lang="en-US" dirty="0"/>
              <a:t> </a:t>
            </a:r>
          </a:p>
        </p:txBody>
      </p:sp>
      <p:sp>
        <p:nvSpPr>
          <p:cNvPr id="4" name="Slide Number Placeholder 3">
            <a:extLst>
              <a:ext uri="{FF2B5EF4-FFF2-40B4-BE49-F238E27FC236}">
                <a16:creationId xmlns:a16="http://schemas.microsoft.com/office/drawing/2014/main" id="{7DEC6835-140A-4D06-9CFE-44E11CB6D2B3}"/>
              </a:ext>
            </a:extLst>
          </p:cNvPr>
          <p:cNvSpPr>
            <a:spLocks noGrp="1"/>
          </p:cNvSpPr>
          <p:nvPr>
            <p:ph type="sldNum" sz="quarter" idx="10"/>
          </p:nvPr>
        </p:nvSpPr>
        <p:spPr/>
        <p:txBody>
          <a:bodyPr/>
          <a:lstStyle/>
          <a:p>
            <a:pPr>
              <a:defRPr/>
            </a:pPr>
            <a:fld id="{2B97888F-6AF7-4263-B69D-592D8C33BAC7}" type="slidenum">
              <a:rPr lang="en-US" smtClean="0"/>
              <a:pPr>
                <a:defRPr/>
              </a:pPr>
              <a:t>9</a:t>
            </a:fld>
            <a:endParaRPr lang="en-US"/>
          </a:p>
        </p:txBody>
      </p:sp>
      <p:pic>
        <p:nvPicPr>
          <p:cNvPr id="1026" name="Picture 1" descr="image001">
            <a:extLst>
              <a:ext uri="{FF2B5EF4-FFF2-40B4-BE49-F238E27FC236}">
                <a16:creationId xmlns:a16="http://schemas.microsoft.com/office/drawing/2014/main" id="{EF86DBA9-A763-4E29-B1CE-E05EC01D0F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22331" y="3031920"/>
            <a:ext cx="1680968" cy="122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723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F9F90-6E1E-4C04-BD6E-628B34A47F66}"/>
              </a:ext>
            </a:extLst>
          </p:cNvPr>
          <p:cNvSpPr>
            <a:spLocks noGrp="1"/>
          </p:cNvSpPr>
          <p:nvPr>
            <p:ph type="title"/>
          </p:nvPr>
        </p:nvSpPr>
        <p:spPr/>
        <p:txBody>
          <a:bodyPr/>
          <a:lstStyle/>
          <a:p>
            <a:r>
              <a:rPr lang="en-US" dirty="0"/>
              <a:t>Starting SORTE_G demo</a:t>
            </a:r>
          </a:p>
        </p:txBody>
      </p:sp>
      <p:sp>
        <p:nvSpPr>
          <p:cNvPr id="3" name="Content Placeholder 2">
            <a:extLst>
              <a:ext uri="{FF2B5EF4-FFF2-40B4-BE49-F238E27FC236}">
                <a16:creationId xmlns:a16="http://schemas.microsoft.com/office/drawing/2014/main" id="{CA4E6FDC-91C5-425D-AD7A-0D5196D48D15}"/>
              </a:ext>
            </a:extLst>
          </p:cNvPr>
          <p:cNvSpPr>
            <a:spLocks noGrp="1"/>
          </p:cNvSpPr>
          <p:nvPr>
            <p:ph idx="1"/>
          </p:nvPr>
        </p:nvSpPr>
        <p:spPr>
          <a:xfrm>
            <a:off x="333377" y="786357"/>
            <a:ext cx="5327193" cy="3709449"/>
          </a:xfrm>
        </p:spPr>
        <p:txBody>
          <a:bodyPr>
            <a:normAutofit/>
          </a:bodyPr>
          <a:lstStyle/>
          <a:p>
            <a:r>
              <a:rPr lang="en-US" dirty="0"/>
              <a:t>Before power up, select if the AM243x_LP should operate as controller or device</a:t>
            </a:r>
          </a:p>
          <a:p>
            <a:pPr lvl="1"/>
            <a:r>
              <a:rPr lang="en-US" dirty="0"/>
              <a:t>Set jumper on each AM243x_LP for selecting SORTE_G </a:t>
            </a:r>
            <a:r>
              <a:rPr lang="en-US" u="sng" dirty="0"/>
              <a:t>device</a:t>
            </a:r>
            <a:r>
              <a:rPr lang="en-US" dirty="0"/>
              <a:t>: J6, pin 60-59</a:t>
            </a:r>
            <a:br>
              <a:rPr lang="en-US" dirty="0"/>
            </a:br>
            <a:r>
              <a:rPr lang="en-US" dirty="0"/>
              <a:t>Remove jumper on AM243x_LP for selecting SORTE_G </a:t>
            </a:r>
            <a:r>
              <a:rPr lang="en-US" u="sng" dirty="0"/>
              <a:t>controller</a:t>
            </a:r>
            <a:r>
              <a:rPr lang="en-US" dirty="0"/>
              <a:t>: J6, pin 60-59</a:t>
            </a:r>
          </a:p>
          <a:p>
            <a:r>
              <a:rPr lang="en-US" dirty="0"/>
              <a:t>SYNC signal can be accessed on J7, pin 63. This signal is supported by controller and devices. Mentoring this with (logic) scope shows the time synchronization.</a:t>
            </a:r>
          </a:p>
        </p:txBody>
      </p:sp>
      <p:sp>
        <p:nvSpPr>
          <p:cNvPr id="4" name="Slide Number Placeholder 3">
            <a:extLst>
              <a:ext uri="{FF2B5EF4-FFF2-40B4-BE49-F238E27FC236}">
                <a16:creationId xmlns:a16="http://schemas.microsoft.com/office/drawing/2014/main" id="{1482C50C-BA0D-4B87-8432-A0F893416AC2}"/>
              </a:ext>
            </a:extLst>
          </p:cNvPr>
          <p:cNvSpPr>
            <a:spLocks noGrp="1"/>
          </p:cNvSpPr>
          <p:nvPr>
            <p:ph type="sldNum" sz="quarter" idx="10"/>
          </p:nvPr>
        </p:nvSpPr>
        <p:spPr/>
        <p:txBody>
          <a:bodyPr/>
          <a:lstStyle/>
          <a:p>
            <a:pPr>
              <a:defRPr/>
            </a:pPr>
            <a:fld id="{2B97888F-6AF7-4263-B69D-592D8C33BAC7}" type="slidenum">
              <a:rPr lang="en-US" smtClean="0"/>
              <a:pPr>
                <a:defRPr/>
              </a:pPr>
              <a:t>10</a:t>
            </a:fld>
            <a:endParaRPr lang="en-US"/>
          </a:p>
        </p:txBody>
      </p:sp>
      <p:pic>
        <p:nvPicPr>
          <p:cNvPr id="2050" name="Picture 1" descr="image001">
            <a:extLst>
              <a:ext uri="{FF2B5EF4-FFF2-40B4-BE49-F238E27FC236}">
                <a16:creationId xmlns:a16="http://schemas.microsoft.com/office/drawing/2014/main" id="{EBD03009-3C4E-4336-A7B8-2D6AE60344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0947" y="685830"/>
            <a:ext cx="2569028" cy="186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FF6A2AC4-B0E4-48BA-9306-F0ACFFC088F7}"/>
              </a:ext>
            </a:extLst>
          </p:cNvPr>
          <p:cNvPicPr>
            <a:picLocks noChangeAspect="1"/>
          </p:cNvPicPr>
          <p:nvPr/>
        </p:nvPicPr>
        <p:blipFill>
          <a:blip r:embed="rId3"/>
          <a:stretch>
            <a:fillRect/>
          </a:stretch>
        </p:blipFill>
        <p:spPr>
          <a:xfrm>
            <a:off x="5782381" y="2588996"/>
            <a:ext cx="3028241" cy="1836512"/>
          </a:xfrm>
          <a:prstGeom prst="rect">
            <a:avLst/>
          </a:prstGeom>
        </p:spPr>
      </p:pic>
    </p:spTree>
    <p:extLst>
      <p:ext uri="{BB962C8B-B14F-4D97-AF65-F5344CB8AC3E}">
        <p14:creationId xmlns:p14="http://schemas.microsoft.com/office/powerpoint/2010/main" val="53358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2C42-DA8F-4465-AC49-3D2931635583}"/>
              </a:ext>
            </a:extLst>
          </p:cNvPr>
          <p:cNvSpPr>
            <a:spLocks noGrp="1"/>
          </p:cNvSpPr>
          <p:nvPr>
            <p:ph type="title"/>
          </p:nvPr>
        </p:nvSpPr>
        <p:spPr/>
        <p:txBody>
          <a:bodyPr/>
          <a:lstStyle/>
          <a:p>
            <a:r>
              <a:rPr lang="en-US" dirty="0"/>
              <a:t>Starting SORTE_G demo cont’d</a:t>
            </a:r>
          </a:p>
        </p:txBody>
      </p:sp>
      <p:sp>
        <p:nvSpPr>
          <p:cNvPr id="3" name="Content Placeholder 2">
            <a:extLst>
              <a:ext uri="{FF2B5EF4-FFF2-40B4-BE49-F238E27FC236}">
                <a16:creationId xmlns:a16="http://schemas.microsoft.com/office/drawing/2014/main" id="{D81F126F-5F0E-45B5-8196-540C3443F09C}"/>
              </a:ext>
            </a:extLst>
          </p:cNvPr>
          <p:cNvSpPr>
            <a:spLocks noGrp="1"/>
          </p:cNvSpPr>
          <p:nvPr>
            <p:ph idx="1"/>
          </p:nvPr>
        </p:nvSpPr>
        <p:spPr>
          <a:xfrm>
            <a:off x="333379" y="786357"/>
            <a:ext cx="4499878" cy="3709449"/>
          </a:xfrm>
        </p:spPr>
        <p:txBody>
          <a:bodyPr>
            <a:normAutofit fontScale="70000" lnSpcReduction="20000"/>
          </a:bodyPr>
          <a:lstStyle/>
          <a:p>
            <a:pPr marL="0" indent="0">
              <a:buNone/>
            </a:pPr>
            <a:r>
              <a:rPr lang="en-US" dirty="0"/>
              <a:t>Use UART terminal to interface to each device and to controller (see below snapshot of my system with one controller and 4 devices).</a:t>
            </a:r>
          </a:p>
          <a:p>
            <a:r>
              <a:rPr lang="en-US" dirty="0"/>
              <a:t>press ‘1’ does restart the PRUs firmware</a:t>
            </a:r>
          </a:p>
          <a:p>
            <a:r>
              <a:rPr lang="en-US" dirty="0"/>
              <a:t>press ‘0’ does stop PRU firmware</a:t>
            </a:r>
          </a:p>
          <a:p>
            <a:pPr marL="0" indent="0">
              <a:buNone/>
            </a:pPr>
            <a:r>
              <a:rPr lang="en-US" dirty="0"/>
              <a:t>Each device output a different blinking LED pattern speed</a:t>
            </a:r>
          </a:p>
          <a:p>
            <a:pPr marL="0" indent="0">
              <a:buNone/>
            </a:pPr>
            <a:r>
              <a:rPr lang="en-US" dirty="0"/>
              <a:t>The Controller shows the same blinking LED pattern as the first device (as all devices relay/send back the payload they are getting)</a:t>
            </a:r>
          </a:p>
          <a:p>
            <a:r>
              <a:rPr lang="en-US" dirty="0"/>
              <a:t>Recommended procedure to get in IO Exchange state:</a:t>
            </a:r>
          </a:p>
          <a:p>
            <a:pPr marL="632539" lvl="1" indent="-342900">
              <a:buFont typeface="+mj-lt"/>
              <a:buAutoNum type="arabicPeriod"/>
            </a:pPr>
            <a:r>
              <a:rPr lang="en-US" dirty="0"/>
              <a:t>Stop the Controller (press 0)</a:t>
            </a:r>
          </a:p>
          <a:p>
            <a:pPr marL="632539" lvl="1" indent="-342900">
              <a:buFont typeface="+mj-lt"/>
              <a:buAutoNum type="arabicPeriod"/>
            </a:pPr>
            <a:r>
              <a:rPr lang="en-US" dirty="0"/>
              <a:t>Start all the devices and make sure they have a Ethernet link. Eventually press ‘1’ to restart them</a:t>
            </a:r>
          </a:p>
          <a:p>
            <a:pPr marL="632539" lvl="1" indent="-342900">
              <a:buFont typeface="+mj-lt"/>
              <a:buAutoNum type="arabicPeriod"/>
            </a:pPr>
            <a:r>
              <a:rPr lang="en-US" dirty="0"/>
              <a:t>Once all device are ready, then only start he controller (press 1).</a:t>
            </a:r>
          </a:p>
          <a:p>
            <a:r>
              <a:rPr lang="en-US" dirty="0"/>
              <a:t> To restart the system or to recover the system</a:t>
            </a:r>
          </a:p>
          <a:p>
            <a:pPr marL="632539" lvl="1" indent="-342900">
              <a:buFont typeface="+mj-lt"/>
              <a:buAutoNum type="arabicPeriod"/>
            </a:pPr>
            <a:r>
              <a:rPr lang="en-US" dirty="0"/>
              <a:t>Stop the Controller (press 0)</a:t>
            </a:r>
          </a:p>
          <a:p>
            <a:pPr marL="632539" lvl="1" indent="-342900">
              <a:buFont typeface="+mj-lt"/>
              <a:buAutoNum type="arabicPeriod"/>
            </a:pPr>
            <a:r>
              <a:rPr lang="en-US" dirty="0"/>
              <a:t>Restart all devices (press 1)</a:t>
            </a:r>
          </a:p>
          <a:p>
            <a:pPr marL="632539" lvl="1" indent="-342900">
              <a:buFont typeface="+mj-lt"/>
              <a:buAutoNum type="arabicPeriod"/>
            </a:pPr>
            <a:r>
              <a:rPr lang="en-US" dirty="0"/>
              <a:t>Start the controller (press 1)</a:t>
            </a:r>
          </a:p>
          <a:p>
            <a:endParaRPr lang="en-US" dirty="0"/>
          </a:p>
        </p:txBody>
      </p:sp>
      <p:sp>
        <p:nvSpPr>
          <p:cNvPr id="4" name="Slide Number Placeholder 3">
            <a:extLst>
              <a:ext uri="{FF2B5EF4-FFF2-40B4-BE49-F238E27FC236}">
                <a16:creationId xmlns:a16="http://schemas.microsoft.com/office/drawing/2014/main" id="{C62B6FA8-F43D-4DB2-B0B7-F918977F6707}"/>
              </a:ext>
            </a:extLst>
          </p:cNvPr>
          <p:cNvSpPr>
            <a:spLocks noGrp="1"/>
          </p:cNvSpPr>
          <p:nvPr>
            <p:ph type="sldNum" sz="quarter" idx="10"/>
          </p:nvPr>
        </p:nvSpPr>
        <p:spPr/>
        <p:txBody>
          <a:bodyPr/>
          <a:lstStyle/>
          <a:p>
            <a:pPr>
              <a:defRPr/>
            </a:pPr>
            <a:fld id="{2B97888F-6AF7-4263-B69D-592D8C33BAC7}" type="slidenum">
              <a:rPr lang="en-US" smtClean="0"/>
              <a:pPr>
                <a:defRPr/>
              </a:pPr>
              <a:t>11</a:t>
            </a:fld>
            <a:endParaRPr lang="en-US"/>
          </a:p>
        </p:txBody>
      </p:sp>
      <p:pic>
        <p:nvPicPr>
          <p:cNvPr id="3074" name="Picture 2" descr="image003">
            <a:extLst>
              <a:ext uri="{FF2B5EF4-FFF2-40B4-BE49-F238E27FC236}">
                <a16:creationId xmlns:a16="http://schemas.microsoft.com/office/drawing/2014/main" id="{47B2D055-DF51-42C7-8668-F427FE344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3257" y="995265"/>
            <a:ext cx="3975262" cy="300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097052"/>
      </p:ext>
    </p:extLst>
  </p:cSld>
  <p:clrMapOvr>
    <a:masterClrMapping/>
  </p:clrMapOvr>
</p:sld>
</file>

<file path=ppt/theme/theme1.xml><?xml version="1.0" encoding="utf-8"?>
<a:theme xmlns:a="http://schemas.openxmlformats.org/drawingml/2006/main" name="FinalPowerpoint">
  <a:themeElements>
    <a:clrScheme name="Custom 1">
      <a:dk1>
        <a:srgbClr val="000000"/>
      </a:dk1>
      <a:lt1>
        <a:srgbClr val="FFFFFF"/>
      </a:lt1>
      <a:dk2>
        <a:srgbClr val="DE0000"/>
      </a:dk2>
      <a:lt2>
        <a:srgbClr val="808080"/>
      </a:lt2>
      <a:accent1>
        <a:srgbClr val="DE0000"/>
      </a:accent1>
      <a:accent2>
        <a:srgbClr val="A4A4A4"/>
      </a:accent2>
      <a:accent3>
        <a:srgbClr val="117788"/>
      </a:accent3>
      <a:accent4>
        <a:srgbClr val="404040"/>
      </a:accent4>
      <a:accent5>
        <a:srgbClr val="4ABED4"/>
      </a:accent5>
      <a:accent6>
        <a:srgbClr val="7F7F7F"/>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9102</TotalTime>
  <Words>892</Words>
  <Application>Microsoft Office PowerPoint</Application>
  <PresentationFormat>On-screen Show (16:9)</PresentationFormat>
  <Paragraphs>72</Paragraphs>
  <Slides>11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FinalPowerpoint</vt:lpstr>
      <vt:lpstr>SORTE_G getting started guide</vt:lpstr>
      <vt:lpstr>Tool installations</vt:lpstr>
      <vt:lpstr>PRU compiler installation</vt:lpstr>
      <vt:lpstr>Import the projects to CCS</vt:lpstr>
      <vt:lpstr>SORTE_G device and SORTE_G master</vt:lpstr>
      <vt:lpstr>SORTE_G device</vt:lpstr>
      <vt:lpstr>SORTE_G master</vt:lpstr>
      <vt:lpstr>SORTE_G AM243x ARM R5F project</vt:lpstr>
      <vt:lpstr>Flashing SORTE_G to AM243x_LP</vt:lpstr>
      <vt:lpstr>Starting SORTE_G demo</vt:lpstr>
      <vt:lpstr>Starting SORTE_G demo cont’d</vt:lpstr>
    </vt:vector>
  </TitlesOfParts>
  <Company>Texas Instruments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k-drews@ti.com</dc:creator>
  <cp:lastModifiedBy>Leyrer, Thomas</cp:lastModifiedBy>
  <cp:revision>162</cp:revision>
  <dcterms:created xsi:type="dcterms:W3CDTF">2007-12-19T20:51:45Z</dcterms:created>
  <dcterms:modified xsi:type="dcterms:W3CDTF">2023-06-27T11:48:05Z</dcterms:modified>
</cp:coreProperties>
</file>